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61" r:id="rId7"/>
    <p:sldId id="260" r:id="rId8"/>
    <p:sldId id="262" r:id="rId9"/>
    <p:sldId id="581" r:id="rId10"/>
    <p:sldId id="462" r:id="rId11"/>
    <p:sldId id="460" r:id="rId12"/>
    <p:sldId id="461" r:id="rId13"/>
    <p:sldId id="426" r:id="rId14"/>
    <p:sldId id="580" r:id="rId15"/>
    <p:sldId id="584" r:id="rId16"/>
    <p:sldId id="484" r:id="rId1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82" d="100"/>
          <a:sy n="82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ichiro Kaneta" userId="f4aa7166-965a-4d82-a20e-c3b29afff24a" providerId="ADAL" clId="{8DFD2C48-95DC-4EC2-B7DD-8D3C1219DF32}"/>
    <pc:docChg chg="custSel modSld">
      <pc:chgData name="Yuichiro Kaneta" userId="f4aa7166-965a-4d82-a20e-c3b29afff24a" providerId="ADAL" clId="{8DFD2C48-95DC-4EC2-B7DD-8D3C1219DF32}" dt="2026-01-28T07:38:30.554" v="197" actId="207"/>
      <pc:docMkLst>
        <pc:docMk/>
      </pc:docMkLst>
      <pc:sldChg chg="modSp mod">
        <pc:chgData name="Yuichiro Kaneta" userId="f4aa7166-965a-4d82-a20e-c3b29afff24a" providerId="ADAL" clId="{8DFD2C48-95DC-4EC2-B7DD-8D3C1219DF32}" dt="2026-01-28T07:38:30.554" v="197" actId="207"/>
        <pc:sldMkLst>
          <pc:docMk/>
          <pc:sldMk cId="3324537448" sldId="581"/>
        </pc:sldMkLst>
        <pc:spChg chg="mod">
          <ac:chgData name="Yuichiro Kaneta" userId="f4aa7166-965a-4d82-a20e-c3b29afff24a" providerId="ADAL" clId="{8DFD2C48-95DC-4EC2-B7DD-8D3C1219DF32}" dt="2026-01-28T07:37:27.522" v="120" actId="27636"/>
          <ac:spMkLst>
            <pc:docMk/>
            <pc:sldMk cId="3324537448" sldId="581"/>
            <ac:spMk id="3" creationId="{578BE7FB-3AA3-8010-5860-39943513F1E4}"/>
          </ac:spMkLst>
        </pc:spChg>
        <pc:spChg chg="mod">
          <ac:chgData name="Yuichiro Kaneta" userId="f4aa7166-965a-4d82-a20e-c3b29afff24a" providerId="ADAL" clId="{8DFD2C48-95DC-4EC2-B7DD-8D3C1219DF32}" dt="2026-01-28T07:38:30.554" v="197" actId="207"/>
          <ac:spMkLst>
            <pc:docMk/>
            <pc:sldMk cId="3324537448" sldId="581"/>
            <ac:spMk id="5" creationId="{2103D1B8-0B01-64CD-8314-2447BFC14417}"/>
          </ac:spMkLst>
        </pc:spChg>
      </pc:sldChg>
    </pc:docChg>
  </pc:docChgLst>
  <pc:docChgLst>
    <pc:chgData name="ศรัณย์ ดาวเรือง" userId="a42c8809-a1a1-4cce-b5dd-0d9410f1610e" providerId="ADAL" clId="{3C55B519-198F-41B9-ABDB-5A98202F2DF0}"/>
    <pc:docChg chg="custSel modSld">
      <pc:chgData name="ศรัณย์ ดาวเรือง" userId="a42c8809-a1a1-4cce-b5dd-0d9410f1610e" providerId="ADAL" clId="{3C55B519-198F-41B9-ABDB-5A98202F2DF0}" dt="2026-02-04T06:37:17.195" v="36"/>
      <pc:docMkLst>
        <pc:docMk/>
      </pc:docMkLst>
      <pc:sldChg chg="addSp delSp mod">
        <pc:chgData name="ศรัณย์ ดาวเรือง" userId="a42c8809-a1a1-4cce-b5dd-0d9410f1610e" providerId="ADAL" clId="{3C55B519-198F-41B9-ABDB-5A98202F2DF0}" dt="2026-02-04T06:37:17.195" v="36"/>
        <pc:sldMkLst>
          <pc:docMk/>
          <pc:sldMk cId="3324537448" sldId="581"/>
        </pc:sldMkLst>
        <pc:inkChg chg="add del">
          <ac:chgData name="ศรัณย์ ดาวเรือง" userId="a42c8809-a1a1-4cce-b5dd-0d9410f1610e" providerId="ADAL" clId="{3C55B519-198F-41B9-ABDB-5A98202F2DF0}" dt="2026-02-04T06:35:09.366" v="1"/>
          <ac:inkMkLst>
            <pc:docMk/>
            <pc:sldMk cId="3324537448" sldId="581"/>
            <ac:inkMk id="4" creationId="{160E1B95-EFFA-C9C2-59E5-B8E23200291F}"/>
          </ac:inkMkLst>
        </pc:inkChg>
        <pc:inkChg chg="add del">
          <ac:chgData name="ศรัณย์ ดาวเรือง" userId="a42c8809-a1a1-4cce-b5dd-0d9410f1610e" providerId="ADAL" clId="{3C55B519-198F-41B9-ABDB-5A98202F2DF0}" dt="2026-02-04T06:35:13.587" v="10"/>
          <ac:inkMkLst>
            <pc:docMk/>
            <pc:sldMk cId="3324537448" sldId="581"/>
            <ac:inkMk id="6" creationId="{28824F17-4C4B-311F-5BAC-86B1F205698E}"/>
          </ac:inkMkLst>
        </pc:inkChg>
        <pc:inkChg chg="add del">
          <ac:chgData name="ศรัณย์ ดาวเรือง" userId="a42c8809-a1a1-4cce-b5dd-0d9410f1610e" providerId="ADAL" clId="{3C55B519-198F-41B9-ABDB-5A98202F2DF0}" dt="2026-02-04T06:35:13.583" v="9"/>
          <ac:inkMkLst>
            <pc:docMk/>
            <pc:sldMk cId="3324537448" sldId="581"/>
            <ac:inkMk id="7" creationId="{192295D4-8740-0502-B094-B49E7345D288}"/>
          </ac:inkMkLst>
        </pc:inkChg>
        <pc:inkChg chg="add del">
          <ac:chgData name="ศรัณย์ ดาวเรือง" userId="a42c8809-a1a1-4cce-b5dd-0d9410f1610e" providerId="ADAL" clId="{3C55B519-198F-41B9-ABDB-5A98202F2DF0}" dt="2026-02-04T06:35:13.598" v="14"/>
          <ac:inkMkLst>
            <pc:docMk/>
            <pc:sldMk cId="3324537448" sldId="581"/>
            <ac:inkMk id="8" creationId="{225DB917-5D63-C861-DEEF-DEEEF6D34B40}"/>
          </ac:inkMkLst>
        </pc:inkChg>
        <pc:inkChg chg="add del">
          <ac:chgData name="ศรัณย์ ดาวเรือง" userId="a42c8809-a1a1-4cce-b5dd-0d9410f1610e" providerId="ADAL" clId="{3C55B519-198F-41B9-ABDB-5A98202F2DF0}" dt="2026-02-04T06:35:13.589" v="11"/>
          <ac:inkMkLst>
            <pc:docMk/>
            <pc:sldMk cId="3324537448" sldId="581"/>
            <ac:inkMk id="9" creationId="{25554583-22BD-DC61-89D0-EE0A7E3198E5}"/>
          </ac:inkMkLst>
        </pc:inkChg>
        <pc:inkChg chg="add del">
          <ac:chgData name="ศรัณย์ ดาวเรือง" userId="a42c8809-a1a1-4cce-b5dd-0d9410f1610e" providerId="ADAL" clId="{3C55B519-198F-41B9-ABDB-5A98202F2DF0}" dt="2026-02-04T06:35:13.595" v="13"/>
          <ac:inkMkLst>
            <pc:docMk/>
            <pc:sldMk cId="3324537448" sldId="581"/>
            <ac:inkMk id="10" creationId="{0065AC5E-E5FC-BE33-CF92-876233A82C71}"/>
          </ac:inkMkLst>
        </pc:inkChg>
        <pc:inkChg chg="add del">
          <ac:chgData name="ศรัณย์ ดาวเรือง" userId="a42c8809-a1a1-4cce-b5dd-0d9410f1610e" providerId="ADAL" clId="{3C55B519-198F-41B9-ABDB-5A98202F2DF0}" dt="2026-02-04T06:35:13.600" v="15"/>
          <ac:inkMkLst>
            <pc:docMk/>
            <pc:sldMk cId="3324537448" sldId="581"/>
            <ac:inkMk id="11" creationId="{3D0EF598-D360-7368-7A78-62DCED9B5BCA}"/>
          </ac:inkMkLst>
        </pc:inkChg>
        <pc:inkChg chg="add del">
          <ac:chgData name="ศรัณย์ ดาวเรือง" userId="a42c8809-a1a1-4cce-b5dd-0d9410f1610e" providerId="ADAL" clId="{3C55B519-198F-41B9-ABDB-5A98202F2DF0}" dt="2026-02-04T06:35:13.592" v="12"/>
          <ac:inkMkLst>
            <pc:docMk/>
            <pc:sldMk cId="3324537448" sldId="581"/>
            <ac:inkMk id="12" creationId="{D51086DC-29FC-A309-62FC-BC3635B85C01}"/>
          </ac:inkMkLst>
        </pc:inkChg>
        <pc:inkChg chg="add del">
          <ac:chgData name="ศรัณย์ ดาวเรือง" userId="a42c8809-a1a1-4cce-b5dd-0d9410f1610e" providerId="ADAL" clId="{3C55B519-198F-41B9-ABDB-5A98202F2DF0}" dt="2026-02-04T06:36:08.110" v="27"/>
          <ac:inkMkLst>
            <pc:docMk/>
            <pc:sldMk cId="3324537448" sldId="581"/>
            <ac:inkMk id="13" creationId="{1D205D8C-4FDB-5F36-DA8D-96BAF7B4653F}"/>
          </ac:inkMkLst>
        </pc:inkChg>
        <pc:inkChg chg="add">
          <ac:chgData name="ศรัณย์ ดาวเรือง" userId="a42c8809-a1a1-4cce-b5dd-0d9410f1610e" providerId="ADAL" clId="{3C55B519-198F-41B9-ABDB-5A98202F2DF0}" dt="2026-02-04T06:36:03.367" v="17"/>
          <ac:inkMkLst>
            <pc:docMk/>
            <pc:sldMk cId="3324537448" sldId="581"/>
            <ac:inkMk id="14" creationId="{BFCE3C50-1870-1B92-40F8-1ABD3991DEBB}"/>
          </ac:inkMkLst>
        </pc:inkChg>
        <pc:inkChg chg="add del">
          <ac:chgData name="ศรัณย์ ดาวเรือง" userId="a42c8809-a1a1-4cce-b5dd-0d9410f1610e" providerId="ADAL" clId="{3C55B519-198F-41B9-ABDB-5A98202F2DF0}" dt="2026-02-04T06:36:08.110" v="27"/>
          <ac:inkMkLst>
            <pc:docMk/>
            <pc:sldMk cId="3324537448" sldId="581"/>
            <ac:inkMk id="15" creationId="{4E1061ED-1692-80CA-F4E4-E6F6DA278A56}"/>
          </ac:inkMkLst>
        </pc:inkChg>
        <pc:inkChg chg="add del">
          <ac:chgData name="ศรัณย์ ดาวเรือง" userId="a42c8809-a1a1-4cce-b5dd-0d9410f1610e" providerId="ADAL" clId="{3C55B519-198F-41B9-ABDB-5A98202F2DF0}" dt="2026-02-04T06:36:08.110" v="27"/>
          <ac:inkMkLst>
            <pc:docMk/>
            <pc:sldMk cId="3324537448" sldId="581"/>
            <ac:inkMk id="16" creationId="{0650CDDC-9796-AE3B-E4BD-D7FCE547C632}"/>
          </ac:inkMkLst>
        </pc:inkChg>
        <pc:inkChg chg="add">
          <ac:chgData name="ศรัณย์ ดาวเรือง" userId="a42c8809-a1a1-4cce-b5dd-0d9410f1610e" providerId="ADAL" clId="{3C55B519-198F-41B9-ABDB-5A98202F2DF0}" dt="2026-02-04T06:36:04.785" v="20"/>
          <ac:inkMkLst>
            <pc:docMk/>
            <pc:sldMk cId="3324537448" sldId="581"/>
            <ac:inkMk id="17" creationId="{2E55B56A-01C5-FC90-A362-EC0631945F46}"/>
          </ac:inkMkLst>
        </pc:inkChg>
        <pc:inkChg chg="add del">
          <ac:chgData name="ศรัณย์ ดาวเรือง" userId="a42c8809-a1a1-4cce-b5dd-0d9410f1610e" providerId="ADAL" clId="{3C55B519-198F-41B9-ABDB-5A98202F2DF0}" dt="2026-02-04T06:36:08.110" v="27"/>
          <ac:inkMkLst>
            <pc:docMk/>
            <pc:sldMk cId="3324537448" sldId="581"/>
            <ac:inkMk id="18" creationId="{93725285-85D5-3BDD-FC34-ADCD82583542}"/>
          </ac:inkMkLst>
        </pc:inkChg>
        <pc:inkChg chg="add del">
          <ac:chgData name="ศรัณย์ ดาวเรือง" userId="a42c8809-a1a1-4cce-b5dd-0d9410f1610e" providerId="ADAL" clId="{3C55B519-198F-41B9-ABDB-5A98202F2DF0}" dt="2026-02-04T06:36:08.110" v="27"/>
          <ac:inkMkLst>
            <pc:docMk/>
            <pc:sldMk cId="3324537448" sldId="581"/>
            <ac:inkMk id="19" creationId="{FC9DA46A-FF31-6CED-8B17-DA6827757E84}"/>
          </ac:inkMkLst>
        </pc:inkChg>
        <pc:inkChg chg="add del">
          <ac:chgData name="ศรัณย์ ดาวเรือง" userId="a42c8809-a1a1-4cce-b5dd-0d9410f1610e" providerId="ADAL" clId="{3C55B519-198F-41B9-ABDB-5A98202F2DF0}" dt="2026-02-04T06:36:08.110" v="27"/>
          <ac:inkMkLst>
            <pc:docMk/>
            <pc:sldMk cId="3324537448" sldId="581"/>
            <ac:inkMk id="20" creationId="{7B227B36-AE1C-A727-9C95-35FBAA01E7DE}"/>
          </ac:inkMkLst>
        </pc:inkChg>
        <pc:inkChg chg="add del">
          <ac:chgData name="ศรัณย์ ดาวเรือง" userId="a42c8809-a1a1-4cce-b5dd-0d9410f1610e" providerId="ADAL" clId="{3C55B519-198F-41B9-ABDB-5A98202F2DF0}" dt="2026-02-04T06:36:08.110" v="27"/>
          <ac:inkMkLst>
            <pc:docMk/>
            <pc:sldMk cId="3324537448" sldId="581"/>
            <ac:inkMk id="21" creationId="{BB91D2A7-7933-5D48-44D1-B97E071EBEED}"/>
          </ac:inkMkLst>
        </pc:inkChg>
        <pc:inkChg chg="add del">
          <ac:chgData name="ศรัณย์ ดาวเรือง" userId="a42c8809-a1a1-4cce-b5dd-0d9410f1610e" providerId="ADAL" clId="{3C55B519-198F-41B9-ABDB-5A98202F2DF0}" dt="2026-02-04T06:36:08.110" v="27"/>
          <ac:inkMkLst>
            <pc:docMk/>
            <pc:sldMk cId="3324537448" sldId="581"/>
            <ac:inkMk id="22" creationId="{B9315169-D49C-D533-5648-D54D95B71226}"/>
          </ac:inkMkLst>
        </pc:inkChg>
        <pc:inkChg chg="add del">
          <ac:chgData name="ศรัณย์ ดาวเรือง" userId="a42c8809-a1a1-4cce-b5dd-0d9410f1610e" providerId="ADAL" clId="{3C55B519-198F-41B9-ABDB-5A98202F2DF0}" dt="2026-02-04T06:36:08.110" v="27"/>
          <ac:inkMkLst>
            <pc:docMk/>
            <pc:sldMk cId="3324537448" sldId="581"/>
            <ac:inkMk id="23" creationId="{BA8B420F-015C-4360-F7CE-3327DA570BB1}"/>
          </ac:inkMkLst>
        </pc:inkChg>
        <pc:inkChg chg="add reco">
          <ac:chgData name="ศรัณย์ ดาวเรือง" userId="a42c8809-a1a1-4cce-b5dd-0d9410f1610e" providerId="ADAL" clId="{3C55B519-198F-41B9-ABDB-5A98202F2DF0}" dt="2026-02-04T06:36:08.110" v="27"/>
          <ac:inkMkLst>
            <pc:docMk/>
            <pc:sldMk cId="3324537448" sldId="581"/>
            <ac:inkMk id="24" creationId="{FD3F1D78-6FB5-FA92-F50E-25AB7C5415D8}"/>
          </ac:inkMkLst>
        </pc:inkChg>
        <pc:inkChg chg="add del">
          <ac:chgData name="ศรัณย์ ดาวเรือง" userId="a42c8809-a1a1-4cce-b5dd-0d9410f1610e" providerId="ADAL" clId="{3C55B519-198F-41B9-ABDB-5A98202F2DF0}" dt="2026-02-04T06:37:11.191" v="30"/>
          <ac:inkMkLst>
            <pc:docMk/>
            <pc:sldMk cId="3324537448" sldId="581"/>
            <ac:inkMk id="25" creationId="{EA9B20DA-9208-D04F-0122-18D5155C560F}"/>
          </ac:inkMkLst>
        </pc:inkChg>
        <pc:inkChg chg="add del">
          <ac:chgData name="ศรัณย์ ดาวเรือง" userId="a42c8809-a1a1-4cce-b5dd-0d9410f1610e" providerId="ADAL" clId="{3C55B519-198F-41B9-ABDB-5A98202F2DF0}" dt="2026-02-04T06:37:11.191" v="30"/>
          <ac:inkMkLst>
            <pc:docMk/>
            <pc:sldMk cId="3324537448" sldId="581"/>
            <ac:inkMk id="26" creationId="{61E62735-6282-81EA-E692-93F4470B9375}"/>
          </ac:inkMkLst>
        </pc:inkChg>
        <pc:inkChg chg="add reco">
          <ac:chgData name="ศรัณย์ ดาวเรือง" userId="a42c8809-a1a1-4cce-b5dd-0d9410f1610e" providerId="ADAL" clId="{3C55B519-198F-41B9-ABDB-5A98202F2DF0}" dt="2026-02-04T06:37:11.191" v="30"/>
          <ac:inkMkLst>
            <pc:docMk/>
            <pc:sldMk cId="3324537448" sldId="581"/>
            <ac:inkMk id="27" creationId="{349DD10C-9DD9-F718-A9DE-6A33E720246F}"/>
          </ac:inkMkLst>
        </pc:inkChg>
        <pc:inkChg chg="add del">
          <ac:chgData name="ศรัณย์ ดาวเรือง" userId="a42c8809-a1a1-4cce-b5dd-0d9410f1610e" providerId="ADAL" clId="{3C55B519-198F-41B9-ABDB-5A98202F2DF0}" dt="2026-02-04T06:37:17.195" v="36"/>
          <ac:inkMkLst>
            <pc:docMk/>
            <pc:sldMk cId="3324537448" sldId="581"/>
            <ac:inkMk id="28" creationId="{AC2B71D0-031D-E3C9-6E06-77BEE1351F45}"/>
          </ac:inkMkLst>
        </pc:inkChg>
        <pc:inkChg chg="add del">
          <ac:chgData name="ศรัณย์ ดาวเรือง" userId="a42c8809-a1a1-4cce-b5dd-0d9410f1610e" providerId="ADAL" clId="{3C55B519-198F-41B9-ABDB-5A98202F2DF0}" dt="2026-02-04T06:37:17.195" v="36"/>
          <ac:inkMkLst>
            <pc:docMk/>
            <pc:sldMk cId="3324537448" sldId="581"/>
            <ac:inkMk id="29" creationId="{D4CCF3A7-64AB-DBF7-0357-543BC3B4C0BA}"/>
          </ac:inkMkLst>
        </pc:inkChg>
        <pc:inkChg chg="add del">
          <ac:chgData name="ศรัณย์ ดาวเรือง" userId="a42c8809-a1a1-4cce-b5dd-0d9410f1610e" providerId="ADAL" clId="{3C55B519-198F-41B9-ABDB-5A98202F2DF0}" dt="2026-02-04T06:37:17.195" v="36"/>
          <ac:inkMkLst>
            <pc:docMk/>
            <pc:sldMk cId="3324537448" sldId="581"/>
            <ac:inkMk id="30" creationId="{C2EF520B-A4B1-268A-454D-2BCE472A86AF}"/>
          </ac:inkMkLst>
        </pc:inkChg>
        <pc:inkChg chg="add del">
          <ac:chgData name="ศรัณย์ ดาวเรือง" userId="a42c8809-a1a1-4cce-b5dd-0d9410f1610e" providerId="ADAL" clId="{3C55B519-198F-41B9-ABDB-5A98202F2DF0}" dt="2026-02-04T06:37:17.195" v="36"/>
          <ac:inkMkLst>
            <pc:docMk/>
            <pc:sldMk cId="3324537448" sldId="581"/>
            <ac:inkMk id="31" creationId="{A8B9DD75-9B98-CEFE-63BC-C3C5460AC015}"/>
          </ac:inkMkLst>
        </pc:inkChg>
        <pc:inkChg chg="add del">
          <ac:chgData name="ศรัณย์ ดาวเรือง" userId="a42c8809-a1a1-4cce-b5dd-0d9410f1610e" providerId="ADAL" clId="{3C55B519-198F-41B9-ABDB-5A98202F2DF0}" dt="2026-02-04T06:37:17.195" v="36"/>
          <ac:inkMkLst>
            <pc:docMk/>
            <pc:sldMk cId="3324537448" sldId="581"/>
            <ac:inkMk id="32" creationId="{6FBCE4DD-EB88-51E9-A128-4D9D53E40308}"/>
          </ac:inkMkLst>
        </pc:inkChg>
        <pc:inkChg chg="add reco">
          <ac:chgData name="ศรัณย์ ดาวเรือง" userId="a42c8809-a1a1-4cce-b5dd-0d9410f1610e" providerId="ADAL" clId="{3C55B519-198F-41B9-ABDB-5A98202F2DF0}" dt="2026-02-04T06:37:17.195" v="36"/>
          <ac:inkMkLst>
            <pc:docMk/>
            <pc:sldMk cId="3324537448" sldId="581"/>
            <ac:inkMk id="33" creationId="{F5798EA0-6167-F252-6D46-D6A9120D23A1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06:36:02.94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58 405 7798,'-2'-15'-71,"-3"1"1,4 4 0,-4 1-68,3-3 0,1 1 0,-2-2 0,-2 1 78,2-5 0,-1-2 0,1 2 0,-2-6 156,2-4 0,2 1 0,-1-6 0,-1 5 60,-2 2 1,0 3 0,5-2 0,0 5 500,0 3-421,0 1 0,5 15 0,1 10 0,2 12 21,4 10 0,-4 7 1,1 8-1,2 2-85,2 3 1,-3 1 0,-2 5 0,0 1-53,0 4 1,0-4 0,2 4 0,-4-5-13,1-5 0,-4-5 0,5-11-343,-2-8 0,-1-15 0,-5-15 0,0-12-98,0-10 1,5-11 0,0-4-1,-2-4 30,-1-1 1,-1-1-1,2 3 1,4 2 211,1 5 1,-3 4-1,4 1 1,3 2 93,0 2 0,3 6 0,-1 10 0,1 4 131,-1 3 1,1 4-1,-1 3 1,1 7 36,-1 11 1,0 3 0,1 11-1,-2-1-350,-4 1 1,3-3-1,-6 3 1,1-3-1184,-1-7 1362,5 2 0,-3-39 0,7-1 0</inkml:trace>
  <inkml:trace contextRef="#ctx0" brushRef="#br0" timeOffset="417">680 376 7795,'-15'0'25,"1"2"47,-1 2 1,7 4 0,3 7 0,4-1 51,1 1 0,0 4 0,0 2 1,1 2 73,4 2 1,-2 1 0,7 0 0,1-2-82,2 1 1,3-4 0,2-1-1,1-4-89,-1-2 1,-2-6 0,-2-1 0,1-3-119,-1 1 0,1 0 0,-1-7 0,-1-2-31,-3-6 1,1-5-1,-6-2 1,-2-4 149,-1-2 1,-2-1 0,0-5-1,0 1 197,0-1 0,-2 5 1,-1 1-1,-4 1-10,-1-1 1,-1 5-1,-6-1 1,1 3-146,-1 2 0,1 6 0,-1 1 0,1 2-522,-1 0 1,6 1-1,-1 4-891,-1 0 0,4 6 1342,3 4 0,34 22 0,10 6 0</inkml:trace>
  <inkml:trace contextRef="#ctx0" brushRef="#br0" timeOffset="833">969 390 7455,'-8'0'958,"1"7"0,9 3-847,3 2 1,-2 9-1,5 3 1,0 4-19,0 1 1,2 4 0,3 1 0,-2-2-26,-2-1 1,-1-2 0,4-2-193,-3-3 1,-4-9-1,3-12 9,-1-6 1,-3-14-1,-4-10 1,2-7-67,3-3 0,-4 4 1,6-3-1,-1 4 141,4 5 1,-2 6 0,2-1 0,1 2 188,2 7 1,1 1-1,1 7 1,-1 3 96,1 5 1,-1 7 0,0 9-1,1 5 142,-1 4 1,1 5-1,-1 3 1,1-1-322,-1 0 1,-4-1-1,-2-7 1,0-2-842,0-6 1,-3-5 773,4-4 0,-25-87 0,7 25 0,1-1 0</inkml:trace>
  <inkml:trace contextRef="#ctx0" brushRef="#br0" timeOffset="1434">1894 159 7824,'0'-14'428,"2"6"1,1 4 0,3 9 55,2 10 0,2 7 0,4 12 1,1 6-283,-1 7 1,1 4-1,-2 7 1,-2-2-111,-1-3 0,-6-3 0,4-7 1,-1-1-117,-4-3 1,-1-15-259,-2-10 0,-2-17 0,-3-7 0,-4-12-127,-4-10 1,-7-4 0,0-4 0,-3 3 284,-3 2 1,-1 3 0,-2 6-1,2 5 216,3 5 1,-4 0-1,6 11 1,-1 4 11,4 4 1,3 8-1,2 12 1,-1 9 179,1 8 0,6 0 1,3 10-1,3-2-87,2 0 0,2 0 1,3-6-1,6-3-311,7-5 0,2-10 0,6-7 0,0-5-334,4-8 1,1-2 0,8-4 0,1-2-1092,1-6 1539,-4-9 0,37-36 0,-35 20 0,-1 1 0</inkml:trace>
  <inkml:trace contextRef="#ctx0" brushRef="#br0" timeOffset="1834">2241 636 7822,'0'15'171,"0"-1"-41,0 1 0,0-1 0,2 1 1,1-1-166,2 0 0,6 1 1,-1-2-1,2-2-95,3-1 1,-1-7-1,2 2 1,2-4 72,1-1 1,1-1 0,-6-3 0,1-4 108,-1-4 0,-4 0 0,-2-7 1,-2 1 31,-3-1 1,-1 3 0,-2-5 0,0 2 89,0 0 0,-2-1 1,-3 6-1,-4 1 125,-4 3 0,-1-1 0,-1 6 1,-1 2 26,-3 2 0,3 1 1,-4 3-1,4 5-142,2 6 0,-1 10 0,1 2 0,1 6-49,3 7 0,4 2 0,6 3 0,0-1-113,0 1 1,6-3 0,6-2-1,4-7-261,3-6 1,7-12 0,-2-9 0,5-3-447,5-2 0,-4-7 0,4-4 1,-5-7-463,-5-6 1,3 2 1146,-3-2 0,-3-13 0,0-8 0</inkml:trace>
  <inkml:trace contextRef="#ctx0" brushRef="#br0" timeOffset="2351">2993 550 7725,'-7'-9'622,"6"3"0,-6 8 0,7 4 0,0 9-322,0 7 0,5 10 0,2 4 0,1 2-374,3 7 0,2-6 1,1 4-1,1-3-428,-1-3 0,-4-2 0,-1-7 502,3-4 0,-6-29 0,1-13 0</inkml:trace>
  <inkml:trace contextRef="#ctx0" brushRef="#br0" timeOffset="2534">2950 217 7776,'-15'-14'278,"1"-6"0,1 1 905,3 1-1973,4 9 246,6 2 0,6 9 544,4 3 0,28 54 0,9 20 0</inkml:trace>
  <inkml:trace contextRef="#ctx0" brushRef="#br0" timeOffset="3053">3239 651 7796,'-7'-8'437,"6"-5"1,-4 11-1,10-1-251,4 6 0,4 7 1,2 9-1,-1 7-82,0 6 1,6 5 0,-1 6 0,0 1 19,2-1 1,-5 0 0,4-1 0,-4-3-95,-2-6 0,-4-4-205,-1-4 1,-1-13 0,2-13-1,-5-14 15,-4-12 0,-1-10 1,0-11-1,0-4 42,0 1 1,0 3 0,0 9 0,2 4 60,3 0 1,-2 10 0,7 3 0,1 9 278,2 8 1,1 4 0,1 4 0,-2 7 293,-4 9 0,4 7 0,-5 4 0,2 2-125,-1 2 1,-5 0 0,2-7 0,-1-3-273,0-5 1,-1-3 0,-2-3-342,3-3 0,-2-10 1,5-11-1,0-7-87,0-6 1,-3-3 0,5-2 0,-1 1-101,-1 4 0,5 2 0,-3 6 520,3 1 0,-4 4 0,-1 13 0,0 2 91,0 6 0,-4 9 0,2 5 0,-1 2-185,0-2 1,0 4 0,-5-4 0,0 1-481,0-1 0,0 2 0,0-7 1,0-1 462,0-2 0,12-14 0,4-4 0</inkml:trace>
  <inkml:trace contextRef="#ctx0" brushRef="#br0" timeOffset="3367">4034 737 8034,'0'-9'783,"0"-1"1,1 9 0,3 1-511,0 8 0,1 6 1,-5 5-1,0 4-242,0-1 1,0 6 0,0-4 0,-1 1-59,-4 0 0,-2-5 0,-4-5 1,3-1-223,2 1 0,-5-7 0,2-5 0,0-8 19,-1-9 0,7-7 1,-2-8-1,4 0 32,1 0 0,0 0 0,0 0 1,1 2 166,4 3 0,1 3 1,6 8-1,-3 4 285,3 4 0,0 6 0,3 9 0,-1 9 128,1 7 1,-6 4 0,-1 4 0,0 5-340,1 3 1,-6-6 0,2-2-1,-4-3-43,-1-2 0,-6-7 0,-2-1 0</inkml:trace>
  <inkml:trace contextRef="#ctx0" brushRef="#br0" timeOffset="3951">4511 752 7921,'-8'0'433,"2"-2"1,6-2 0,-2-6-181,-3-3 0,3-1 0,-2-1-48,2 1 1,-3 4 0,-1 2-18,-2 2 0,-2 1 0,-4 5 0,-1 1 136,1 4 1,4 3 0,0 8 0,-1 2 5,-2 1 1,4 5 0,1-4 0,1-3-265,4-1 1,1 0-1,4 2 1,3 0-84,5-5 0,2 1 1,4-4-1,2 1-303,1-1 1,1 2 0,-6-2 0,1 4 105,-1 6 1,1-3 0,-3 6 0,0-1 156,-3 1 1,-6-4 0,2 4 0,-3-2-206,-2-4 1,-2-2-207,-3-6 0,4-4 0,-4-10-431,3-4 0,9-11 899,2-4 0,36-61 0,-17 35 0,-1-1 0</inkml:trace>
  <inkml:trace contextRef="#ctx0" brushRef="#br0" timeOffset="4286">4728 737 7796,'-15'0'951,"1"0"1,-1 0-515,1 0 1,4 5 0,2 2 0,2 1-195,3 3 0,1 3 0,2 6 1,2 4-74,3 3 0,-2 4 0,6 1 0,3 2-136,0-2 1,8-2 0,-1-1-1,-1-2-212,-2-2 0,3-9 0,0-8 0,-1-2-349,-2-3 1,-3-9-1,-2-9 1,-3-9 144,-1-8 0,2-5 0,-4-6 0,0 1 331,1 3 1,-4 1-1,3 7 1,-2 6 63,2 2 1,-2 6 341,7 7 1,-1 16-1,6 14 1,-2 7 68,-4 7 0,4 3 0,-3 4 0,3 0-195,1-3 1,5-3 0,1 1-1,-3-9-314,-1-4 0,0-6 0,2-7 0,1-5-518,-1-4 1,3-9-1,-2-6 603,-1-9 0,-6-26 0,-2-13 0,2-4 0,-1-1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06:37:09.62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102 1278 8355,'0'-9'577,"0"1"0,1 5-609,4-2 0,-2 1 0,7 2 57,1-3 1,2-3 0,1-6 0,1-1-3,-1 1 0,1-1 0,-2-1 1,-2-1 52,-1-3 1,-2-5-1,1 1 1,-4-4 41,-3-1 0,-2 0 0,0 2 0,0 1 94,0 2 0,-7 7 0,-2-3 0,-4 4 90,-2 2 0,1 6 0,-2 3 0,-2 3-105,-1 2 1,-2 7-1,3 4 1,-1 7-38,1 6 0,-1 10 1,3 4-1,3 4-45,0 1 1,7 1 0,1-3-1,3 0-92,2-3 0,8-1 1,7 3-1,7-3-219,6-2 1,2-2 0,2-9 0,4-3 14,1-1 0,0-10 1,1 0-1,-4-7-28,-4-3 1,-6-2 0,-1-2 0,-2-6 88,-3-3 0,-7-6 0,-3-2 1,-2 0 94,-3 0 1,-1-5 0,-4 4 0,-1-1 90,-2 4 1,-6-2-1,2 2 1,-4 1 136,-2 2 1,6 3 0,-1 4 0,-1 4 58,-2 3 1,0 6 0,2 4 0,3 8-146,1 5 0,2-2 0,7 5 1,3 2-151,5 1 1,2 2-1,4-2 1,4-3-232,4-4 1,10-6 0,4-4 0,4-6-104,1-2 0,2-8 1,2-6-1,1-5 114,-1-7 1,-9-9 0,-4 0 0,-4-1 19,-1-1 0,-13 4 0,-6-3 0,-7 5 117,-3 5 1,-1-1 0,-4 4 0,-5 0 30,-3 0 0,-6 7 1,-2 4-1,0-1 14,0-2 1,-3 3 0,5 2 0,1 0-44,2 0 1,2 3 0,-1-4 0,1-3 24,-1 0 0,7 0 1,2-1-1,1-3 86,0 0 1,1-6 0,4-1 0,0-1 108,0 0 0,-2 2 0,-1-4 1,-4 3 283,-1 3 0,-1 0 0,-7 4 0,-4-1 128,-4-3 0,2 1 0,-2 5 0,-2-1-93,-1 1 1,-2-1-1,0 2 1,1 2-91,4 1 1,3 2-1,7-3-337,0 2 1,6-1 0,4-3-225,8 3 0,5-1 0,10 6 1,6 2-168,2 2 0,2 2 0,1 4 0,2 5 243,2 2 1,1 8 0,-2 1 0,0-1 180,-1 1 1,-1 3 0,-4-3 0,-1 0 228,-2 0 0,-6 0 0,1-5 0,-4 0 238,-6-3 0,-2-10 1,-7-3-183,0-8 0,0-13 1,-2-8-1,-3-8-259,-4-4 1,-3-9-1,1-3 1,3-2-201,2 2 0,-1 3 1,4 9-1,-2 2-306,2 5 0,3 1 1,5 5-1,4 9-302,4 6 0,3 10 1,2 0-1,3 8 179,1 9 0,-2 7 0,2 8 0,-1 1 359,-3 4 0,-2-2 0,-2 5 0,1-2 310,-1-2 1,-4-4 0,-1-4 0,1-2 902,-2-2 1,0-2-264,-3-5 0,-2-7 0,5-9 0,-1-11-181,-4-9 1,-2-7 0,-2-3 0,-2-4-347,-2-1 0,-5-1 1,4-5-1,-1-1-207,1 1 1,-1 6-1,4 3 1,-2 5-1249,2 5 0,-3 8 168,1 6 1,0 18 0,5 5 0,0 10 539,0 7 0,7 9 0,2-1 1,4 6 536,1 4 0,5 12 0,3 8 0,1 10 0,0-1 0</inkml:trace>
  <inkml:trace contextRef="#ctx0" brushRef="#br0" timeOffset="549">1172 800 8239,'4'15'-31,"1"-1"1,0 2-1,-5 2 459,0 1 1,0 1 309,0-6 1,0-4-333,0-1 1,0-4 0,0 5 105,0 1 1,-6 2-370,-4 1 1,2 1-1,-2-2 1,1-2-56,1-1 0,-5-7 0,3 3-221,-3 1 0,4-6 0,1 2-126,1-6 1,2-5 0,5-6 3,0-1 0,2 1 0,3 1 0,4 2 131,4 1 1,3 5-1,2-3 1,1 2 77,-1 3 0,3 7 0,-2 6 0,0 5 273,2 4 0,-5 3 0,4 7 1,-4 2 264,-2 2 1,-6 0 0,-3 4 0,-3-2-82,-2-3 1,0-3 0,0-5 0,0-5-326,0-3 1,1-8-198,4-3 0,-2-14 0,5-7 0,0-4-206,0-1 0,4-3 0,5 3 0,2 0-10,-1 1 1,3 2-1,0 7 1,0 3 253,0 1 0,3 2 1,-5 5-1,-1 0 258,-2 0 0,3 7 0,-1 2 0,-4 4 30,-3 2 1,-3 4-1,4 0 1,-4-1 118,-2-2 0,-1-1 0,-5-1 58,0 0 0,-6-6 0,-4-3-405,-3-3 0,-1-9 0,-1-2 0,1-6-104,-1-4 1,6 1-1,1-6 1,0-1-78,0-3 1,4 4 0,-1 0-1,4 0-420,1 2 0,0-6 0,0 6 0,0-2-534,0 0 0,1 6 1148,4-1 0,10 9 0,7 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06:37:14.57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58 492 8269,'-7'8'-253,"-2"-3"1,1 1 378,-2-1 1,5 0 605,-4-5-613,5 0 0,-2 1 34,6 4 1,6-3 0,4 3-85,3-4 1,1-1 0,1 0-86,-1 0 0,-4 0 0,0-1 1,1-3-21,2 0 0,-4-3 0,-1 2 25,-1-4 1,2-4-1,-4-2 1,-2 1-6,-1-1 0,-2 6 0,0-1 0,0-1 14,0-2 1,0 3 0,-2 2 18,-2 2 1,-4 3 0,-7 8 52,1 4 0,4 11 0,0 4 0,1 5 44,1 4 1,-3-2-1,4 3 1,1-4-27,-1-1 0,2 0 1,5 0-1,0-2-112,0-3 1,0-3 0,2-8-118,3-3 0,-2-4 0,7-6 0,-1-2-10,-1-2 0,5-4 0,-3-7 1,3 1 87,1-1 0,-4 2 1,-1 2-1,3 3 103,1 2 1,1 1 0,0 6 0,3 6 152,2 7 1,-2 2-1,8 8 1,0 2 142,3 1 1,0 1 0,3-3-1,1-2-252,2-2 1,0-8-1,-5-8 1,-2-4-192,-3-1 0,2-8 0,-7-6 0,-3-9-86,-5-4 0,-4-4 1,-7-1-1,0-3 39,0-2 1,-2 5 0,-3-2-1,-4 4 152,-4 1 0,-2 0 1,-1 1-1,-1 4 175,-3 5 1,-4 3-1,3 1 1,-1 1 18,-4 0 0,0 4 0,1 2 0,1 1-133,-2 4 0,-1-3 0,-2 1 0,0 2-154,0 1 1,5 2 0,0-1 0,-2-3-81,-1 0 0,4-1 0,4 3 0,3-1-29,1-2 1,2-6-1,4 1 103,4-3 0,3 4 0,4-1 0,3 0 64,4 2 0,6-3 0,4 6 1,5 2 68,4 2 1,7-4 0,2 0 0,1 2 48,1 1 1,-5 4 0,3 1 0,-2 2 91,-3-2 0,-1 3 0,-4 1 0,-3-1 472,-5 1 0,-7 2-153,-3-4 0,-7 0-479,-2-5 0,-7-2 0,-7-3 0,0-6-155,-1-6 1,7 0-1,3-2 1,4 3-121,1 2 0,0-1 1,1 2 143,4 4 1,3-3 0,8 8 0,2 2 68,1 5 1,5 5 0,-5 7-1,1-1 68,1 1 1,-5-6 0,3 1 82,-3 1 1,-2 0-81,1-1 1,-5-5 0,-2-10-1,-2-5-135,-3-2 0,-3-8 1,-3-1-1,-2 1-16,2-1 1,-3 1-1,-1 6 1,1-1-602,-1 1 0,2 4-686,5 1 1416,0 6 0,13 35 0,3 16 0</inkml:trace>
  <inkml:trace contextRef="#ctx0" brushRef="#br0" timeOffset="516">925 405 8227,'-14'5'3,"-1"0"0,6 4 1,-1-2-1,-1-1 96,-2 1 1,-1 4 0,-1-1 297,1 2 0,-1-2 0,1 0-432,-1 1 0,6-5 0,-1-1-452,-1-3 324,4-2 0,1-2 0,8-1 75,2-2 0,4 0 1,7 5-1,-1 0 156,1 0 0,1 0 0,2 2 0,2 4 148,3 9 1,-5 6-1,1 8 1,-3 0 113,-2-1 1,1 1 0,-2 0 0,-4 2-27,-4 3 0,2-4 0,-3 2 0,0-5-79,-3-2 1,-6-8 0,-1 1-436,-2-7 0,0-6-97,-2-10 1,4-4 0,7-9-1,4-1-6,5 1 1,4 0-1,6 1 1,4-1 155,3 5 1,4-1-1,1 6 1,3 0 96,2 3 1,-5 3 0,2 2 0,-5 2 235,-5 3 0,2-2 0,-9 6 0,-2 3 325,-4 0 0,-8-2 0,2 0-174,-3 1 0,-9-5 0,-3-1 1,-2-3-348,-3-2 1,-4-2-1,0-3 1,1-6-171,2-6 0,1-1 0,1-6 1,1-2-316,3-1 0,-1-2 1,6 1-1,2 3-186,2 1 1,2 1 0,4-1-1,5 6 691,3 7 0,46 18 0,12 9 0</inkml:trace>
  <inkml:trace contextRef="#ctx0" brushRef="#br0" timeOffset="933">1576 636 8168,'-5'-9'-311,"0"-1"1,-1 5 506,1-4 0,-3 1 65,-6-2 1,4 5-1,2 10-97,2 5 1,1 3 0,5 3 0,0 1-8,0 3 1,1 5 0,4-1-1,3 2-104,0-2 1,10 3 0,-2-4 0,3-1-110,2-2 1,5-4 0,-2-3 0,3-4 24,2-4 0,0-3 0,0-2 0,-2-2 69,-3-3 1,-4-4 0,-9-11 0,-3-4 118,-2-3 0,-1-2 0,-6 0 0,-4 2 87,-5 3 0,-4-4 0,-4 6 0,-3-2 43,-1 0 1,4 4 0,-1-2 0,1 3-211,-1 6 1,6-2 0,-5 7-282,0 0 0,6 2-1290,2 6 519,7 0 0,-4 6-361,7 4 0,7-4 1336,2-1 0,17 10 0,5 1 0</inkml:trace>
  <inkml:trace contextRef="#ctx0" brushRef="#br0" timeOffset="1632">2010 448 8122,'1'9'-167,"3"-3"151,0 0 1,1-2 305,-5 5 0,5-4-91,0 5 0,1-2 0,-3 3-50,2-1 1,2-2 0,-4 3 0,3-3-63,2-2 1,-3 4 0,5-5 0,-1 0-65,0 1 1,3-4 0,-2 2-71,3-2 1,1-2 0,-1-2 0,-2-1 43,-1-2 0,-5-6 0,3 2 0,-2-4 99,-2-2 1,-3 1-1,-1-1 38,0 1 1,-6 4 0,-4 2-106,-3 2 0,-1 1 0,1 7 0,2 2-62,1 6 0,2 8 1,-2 3-1,4 1-12,0 4 0,4 1 1,-3 0-1,5-1-91,5-2 1,-2-1 0,7 1 0,1-5-90,2-3 0,1-8 0,1-3 1,-1-3 156,1-2 0,-1 0 0,-1-2 527,-3-3-113,2-3 1,-8 0 0,4 5 88,-2 6 1,1 0 0,-4 7 0,3 1-97,2 2 1,0 1-1,4-1 1,-3-1-364,2-3 1,4-6-496,4 2 0,-3-5 1,2-6-1,-7-9 82,-6-7 1,-2-7 0,0-3 0,2-4-150,-2 0 1,-3-3 0,-4-4 0,-4 1 447,0 3 0,-5 4 0,3 6 0,-3 2 299,-1 3 0,-1 3 0,1 6 0,1 1 202,3-1 0,-3 1 1,5-1-1,-1 1 11,-1 0 0,5-6 0,-3-1 0,0 0 2,0 1 0,5-6 0,-3 3 0,1-1-368,0 0 0,0 7 0,5-4-1876,0 0 1133,0 5 1,0 9 0,2 17 734,3 11 0,7 55 0,3 23 0,-2-28 0,0 0 0,-1 1 0</inkml:trace>
  <inkml:trace contextRef="#ctx0" brushRef="#br0" timeOffset="1948">2415 1157 7808,'-10'0'162,"0"0"206,7 0 1,-3 2-108,6 2 1,0 4 0,1 7-1,2-1 55,2 1 1,7-1 0,-3 2 0,2 2-49,-1 1 1,3 5-1,-2-3 1,5 0-165,3 0 1,1-3-1,-4-7 1,1-3-123,3-2 0,-1-1 0,-4-5 0,1 0-76,3 0 0,-8-8 1,2-6-1,-3-9-365,-2-4 1,-5-7 0,2-1 0,-2-1 458,2 1 0,-42-56 0,16 40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9F8256-31A5-4F2A-9D7F-25EB60007537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480541-769F-4CDD-AF58-56E50DF3B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87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83E60-3034-4AF6-8BD7-BEC45E6F3037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1300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38CC5D-33C7-4F88-B08C-9BCED31276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0390EBE-46BD-43F6-A43F-F974C9145C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8B42784-0E04-448C-AA13-08CA624A8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70F5-101A-4657-A05D-A14FFFC08D1F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AB39869-9AE2-4EFF-8223-CBDA5713F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A9F06FE-270A-462F-ABA2-95CDF98C3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DC6C-5B60-4B45-800D-91D267F3E0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0946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C67379-E617-4896-994E-2A32CD6D7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5AF2976-5D35-4BDA-B461-7946DAE25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80636D-1C42-43AA-B023-9FF25EBC9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70F5-101A-4657-A05D-A14FFFC08D1F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F4BC908-8AC7-4629-8DA6-FA44CF02E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59A880-963C-435D-B8D2-400FD47B3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DC6C-5B60-4B45-800D-91D267F3E0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646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FF5FBE-4194-42D2-A25B-2A31C166F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A6462EA-FE17-4FC9-9A02-EE840A5A9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251E90F-2EEB-4E81-ADB7-6B1E64042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70F5-101A-4657-A05D-A14FFFC08D1F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C5B2F6-FEAD-4D0B-8535-E85C120DF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61DF0F-D88B-49DC-89F9-412A21876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DC6C-5B60-4B45-800D-91D267F3E0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6296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310C61-C8AA-4501-A07B-4AA14B402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43A266-3C32-4BFE-9E0C-F09627CC99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80A3C6C-89DA-4D28-9EC2-423C50DC66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5A11362-9AD0-49C9-9762-69CCABDDE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70F5-101A-4657-A05D-A14FFFC08D1F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410AE83-B04B-4693-AA65-72ED55916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6A83EE0-DF9A-4709-AAA4-625A7D727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DC6C-5B60-4B45-800D-91D267F3E0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675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D34BDB-17BD-4C39-AC1E-A609BD36B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66AAE43-C272-4FDC-9854-94D8F3B68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DDAA719-D309-4C4E-921B-56C87E677B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30D6E34-4604-4A30-AB32-434F12020C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F54DB61-2A7A-4A79-8D64-0397E08BBD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64FA90A-5504-4526-84F4-E55E44A6D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70F5-101A-4657-A05D-A14FFFC08D1F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F8344D1-48D0-4960-9386-6C298A583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EB8EF78-7889-4410-BC86-83199261A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DC6C-5B60-4B45-800D-91D267F3E0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54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6BF53B-7C8C-4F82-B400-7413B775C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29998E2-170E-401B-8411-99DA8428D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70F5-101A-4657-A05D-A14FFFC08D1F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47E6C97-B5D6-4F54-A124-EBE823A31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73A2C57-F2D2-4D8E-AD36-27B939DFC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DC6C-5B60-4B45-800D-91D267F3E0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5916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1819F51-1123-4CF9-8AAC-BE1AA534D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70F5-101A-4657-A05D-A14FFFC08D1F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988789B-6420-44ED-B312-2CA6605D3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06BA42-1ACA-4DAF-8204-88733EE6D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DC6C-5B60-4B45-800D-91D267F3E0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7241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14198A-5FB8-4499-9D3E-E11E62688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73A756-1F19-436D-BD97-D3CD64F22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1DEBB0D-1F59-4EFF-88F7-6E82D3EDBC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600F64C-00E1-47E0-A24B-24B31DF00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70F5-101A-4657-A05D-A14FFFC08D1F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F6DC683-8050-46EE-BD3D-E5C702FE5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F0CA67-D524-4381-9D96-D41D69082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DC6C-5B60-4B45-800D-91D267F3E0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1201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60A059-5760-4FC6-B0A5-21027B461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A992A86-2CD7-4684-BD10-C17328E1C2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619D27F-8BAB-4D6F-9CC1-17EEC03158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759BB00-8174-49A4-8D94-17EF62E0C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70F5-101A-4657-A05D-A14FFFC08D1F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A3230CE-6684-4E58-B004-4A10AA7DB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C3EBE55-7C09-4635-94AD-AE27FDA1A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DC6C-5B60-4B45-800D-91D267F3E0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8643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D86FE6-98C1-43B9-B610-D7F33F07E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C28FB9C-0A46-46E6-B98B-AE1BFF3D52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6A2B7F7-459E-4F98-9982-0055AA2FA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70F5-101A-4657-A05D-A14FFFC08D1F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2A42A26-425D-4145-B056-D9BAA014E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36D78E-CB4C-4CD0-905E-2315CCBB3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DC6C-5B60-4B45-800D-91D267F3E0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9214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C16200B-395B-40EA-A1DB-04CD66589D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91B19E9-0129-4124-8226-A628667E3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3813DA-C819-4A4C-AA30-993C981CB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70F5-101A-4657-A05D-A14FFFC08D1F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F7123EC-E588-4788-84B2-11AC4C777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A6353F-8E56-4D19-A83E-0FB2A08CC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DC6C-5B60-4B45-800D-91D267F3E0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3187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DE3E116-890F-4342-979D-A7B500A13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CAA86DC-2704-4554-889F-5E1192B86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78124D-50B1-4EB8-8846-D9AB0850F4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170F5-101A-4657-A05D-A14FFFC08D1F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FC6040-2288-4DF4-B6F7-A48D8FF48C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E293E0-0F7B-45B2-9A7E-18B129C0DD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62DC6C-5B60-4B45-800D-91D267F3E0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4799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2.xml"/><Relationship Id="rId5" Type="http://schemas.openxmlformats.org/officeDocument/2006/relationships/image" Target="../media/image14.png"/><Relationship Id="rId4" Type="http://schemas.openxmlformats.org/officeDocument/2006/relationships/customXml" Target="../ink/ink1.xml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20.png"/><Relationship Id="rId4" Type="http://schemas.openxmlformats.org/officeDocument/2006/relationships/image" Target="../media/image19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98F89E-FACE-429B-A4F9-5563C45D74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～ています。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0EC3AFD-9BC6-4FE0-B21D-CD01C26208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en-US" altLang="ja-JP" sz="5400" dirty="0"/>
              <a:t>~</a:t>
            </a:r>
            <a:r>
              <a:rPr kumimoji="1" lang="en-US" altLang="ja-JP" sz="5400" dirty="0" err="1"/>
              <a:t>te</a:t>
            </a:r>
            <a:r>
              <a:rPr kumimoji="1" lang="en-US" altLang="ja-JP" sz="5400" dirty="0"/>
              <a:t> </a:t>
            </a:r>
            <a:r>
              <a:rPr kumimoji="1" lang="en-US" altLang="ja-JP" sz="5400" dirty="0" err="1"/>
              <a:t>imasu</a:t>
            </a:r>
            <a:endParaRPr kumimoji="1" lang="ja-JP" altLang="en-US" sz="5400" dirty="0"/>
          </a:p>
        </p:txBody>
      </p:sp>
    </p:spTree>
    <p:extLst>
      <p:ext uri="{BB962C8B-B14F-4D97-AF65-F5344CB8AC3E}">
        <p14:creationId xmlns:p14="http://schemas.microsoft.com/office/powerpoint/2010/main" val="2079873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2D6621-C916-41A5-B2EC-BDC09E78F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～ています。 </a:t>
            </a:r>
            <a:r>
              <a:rPr kumimoji="1" lang="en-US" altLang="ja-JP" dirty="0"/>
              <a:t>~</a:t>
            </a:r>
            <a:r>
              <a:rPr lang="en-US" altLang="ja-JP" dirty="0" err="1"/>
              <a:t>te</a:t>
            </a:r>
            <a:r>
              <a:rPr lang="en-US" altLang="ja-JP" dirty="0"/>
              <a:t> </a:t>
            </a:r>
            <a:r>
              <a:rPr lang="en-US" altLang="ja-JP" dirty="0" err="1"/>
              <a:t>imasu</a:t>
            </a:r>
            <a:r>
              <a:rPr kumimoji="1" lang="en-US" altLang="ja-JP" dirty="0"/>
              <a:t>.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A7B57F-60DC-41EC-95CB-86ADE1BF98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 dirty="0"/>
              <a:t>にほんごをべんきょうします</a:t>
            </a:r>
            <a:endParaRPr kumimoji="1" lang="en-US" altLang="ja-JP" dirty="0"/>
          </a:p>
          <a:p>
            <a:r>
              <a:rPr kumimoji="1" lang="en-US" altLang="ja-JP" dirty="0"/>
              <a:t>Nihongo o </a:t>
            </a:r>
            <a:r>
              <a:rPr kumimoji="1" lang="en-US" altLang="ja-JP" dirty="0" err="1"/>
              <a:t>benkyo</a:t>
            </a:r>
            <a:r>
              <a:rPr lang="en-US" altLang="ja-JP" dirty="0" err="1"/>
              <a:t>o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shimasu</a:t>
            </a:r>
            <a:endParaRPr kumimoji="1" lang="en-US" altLang="ja-JP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222A74B-CA94-4BFB-B7C1-3DA55A4685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lnSpcReduction="10000"/>
          </a:bodyPr>
          <a:lstStyle/>
          <a:p>
            <a:r>
              <a:rPr lang="en-US" altLang="ja-JP" dirty="0"/>
              <a:t>(</a:t>
            </a:r>
            <a:r>
              <a:rPr lang="th-TH" altLang="ja-JP" dirty="0"/>
              <a:t>สถานที่</a:t>
            </a:r>
            <a:r>
              <a:rPr lang="en-US" altLang="ja-JP" dirty="0"/>
              <a:t>)</a:t>
            </a:r>
            <a:r>
              <a:rPr kumimoji="1" lang="ja-JP" altLang="en-US" dirty="0"/>
              <a:t>にすみます。</a:t>
            </a:r>
            <a:endParaRPr kumimoji="1" lang="en-US" altLang="ja-JP" dirty="0"/>
          </a:p>
          <a:p>
            <a:r>
              <a:rPr lang="en-US" altLang="ja-JP" dirty="0"/>
              <a:t>(</a:t>
            </a:r>
            <a:r>
              <a:rPr lang="th-TH" altLang="ja-JP" dirty="0"/>
              <a:t>สถานที่</a:t>
            </a:r>
            <a:r>
              <a:rPr lang="en-US" altLang="ja-JP" dirty="0"/>
              <a:t>) </a:t>
            </a:r>
            <a:r>
              <a:rPr lang="en-US" altLang="ja-JP" dirty="0" err="1"/>
              <a:t>ni</a:t>
            </a:r>
            <a:r>
              <a:rPr lang="en-US" altLang="ja-JP" dirty="0"/>
              <a:t> </a:t>
            </a:r>
            <a:r>
              <a:rPr lang="en-US" altLang="ja-JP" dirty="0" err="1"/>
              <a:t>sumimasu</a:t>
            </a:r>
            <a:r>
              <a:rPr lang="en-US" altLang="ja-JP" dirty="0"/>
              <a:t>.</a:t>
            </a:r>
            <a:endParaRPr kumimoji="1" lang="ja-JP" altLang="en-US" dirty="0"/>
          </a:p>
        </p:txBody>
      </p:sp>
      <p:pic>
        <p:nvPicPr>
          <p:cNvPr id="8" name="Picture 2" descr="語学の勉強をする人のイラスト（女性・リスニング）">
            <a:extLst>
              <a:ext uri="{FF2B5EF4-FFF2-40B4-BE49-F238E27FC236}">
                <a16:creationId xmlns:a16="http://schemas.microsoft.com/office/drawing/2014/main" id="{010ACEE0-5F74-4908-91D4-60E98060F652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6243" y="4288007"/>
            <a:ext cx="1427154" cy="1955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語学の勉強をする人のイラスト（女性・リーディング）">
            <a:extLst>
              <a:ext uri="{FF2B5EF4-FFF2-40B4-BE49-F238E27FC236}">
                <a16:creationId xmlns:a16="http://schemas.microsoft.com/office/drawing/2014/main" id="{D3ABF17C-2B09-4C78-BCDA-E467B4896F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0868" y="2392363"/>
            <a:ext cx="1427154" cy="1955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164B34AE-4A7A-46BC-AD81-D53C31B0B0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894" y="4451062"/>
            <a:ext cx="1189622" cy="1628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語学の勉強をする人のイラスト（女性・ライティング）">
            <a:extLst>
              <a:ext uri="{FF2B5EF4-FFF2-40B4-BE49-F238E27FC236}">
                <a16:creationId xmlns:a16="http://schemas.microsoft.com/office/drawing/2014/main" id="{B1D66860-86DA-44C5-BF28-E6621DD589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306" y="2472076"/>
            <a:ext cx="1955006" cy="1941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住宅街のイラスト（背景素材）">
            <a:extLst>
              <a:ext uri="{FF2B5EF4-FFF2-40B4-BE49-F238E27FC236}">
                <a16:creationId xmlns:a16="http://schemas.microsoft.com/office/drawing/2014/main" id="{4E16F783-57F5-422E-84BE-A7B8778233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4872" y="2894036"/>
            <a:ext cx="5159760" cy="2906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5714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2D6621-C916-41A5-B2EC-BDC09E78F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～ています。 </a:t>
            </a:r>
            <a:r>
              <a:rPr kumimoji="1" lang="en-US" altLang="ja-JP" dirty="0"/>
              <a:t>~</a:t>
            </a:r>
            <a:r>
              <a:rPr lang="en-US" altLang="ja-JP" dirty="0" err="1"/>
              <a:t>te</a:t>
            </a:r>
            <a:r>
              <a:rPr lang="en-US" altLang="ja-JP" dirty="0"/>
              <a:t> </a:t>
            </a:r>
            <a:r>
              <a:rPr lang="en-US" altLang="ja-JP" dirty="0" err="1"/>
              <a:t>imasu</a:t>
            </a:r>
            <a:r>
              <a:rPr kumimoji="1" lang="en-US" altLang="ja-JP" dirty="0"/>
              <a:t>.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A7B57F-60DC-41EC-95CB-86ADE1BF98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ja-JP" altLang="en-US" dirty="0"/>
              <a:t>ねます。</a:t>
            </a:r>
            <a:endParaRPr lang="en-US" altLang="ja-JP" dirty="0"/>
          </a:p>
          <a:p>
            <a:r>
              <a:rPr kumimoji="1" lang="en-US" altLang="ja-JP" dirty="0" err="1"/>
              <a:t>nemasu</a:t>
            </a:r>
            <a:endParaRPr kumimoji="1" lang="ja-JP" alt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222A74B-CA94-4BFB-B7C1-3DA55A4685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97575" y="1524795"/>
            <a:ext cx="5183188" cy="823912"/>
          </a:xfrm>
        </p:spPr>
        <p:txBody>
          <a:bodyPr>
            <a:normAutofit lnSpcReduction="10000"/>
          </a:bodyPr>
          <a:lstStyle/>
          <a:p>
            <a:r>
              <a:rPr lang="ja-JP" altLang="en-US" dirty="0"/>
              <a:t>かいものをします。</a:t>
            </a:r>
            <a:endParaRPr lang="en-US" altLang="ja-JP" dirty="0"/>
          </a:p>
          <a:p>
            <a:r>
              <a:rPr lang="en-US" altLang="ja-JP" dirty="0" err="1"/>
              <a:t>Kaimono</a:t>
            </a:r>
            <a:r>
              <a:rPr lang="en-US" altLang="ja-JP" dirty="0"/>
              <a:t> o </a:t>
            </a:r>
            <a:r>
              <a:rPr lang="en-US" altLang="ja-JP" dirty="0" err="1"/>
              <a:t>shimasu</a:t>
            </a:r>
            <a:endParaRPr kumimoji="1" lang="ja-JP" altLang="en-US" dirty="0"/>
          </a:p>
        </p:txBody>
      </p:sp>
      <p:pic>
        <p:nvPicPr>
          <p:cNvPr id="7" name="Picture 4" descr="居眠りをしている男の子のイラスト">
            <a:extLst>
              <a:ext uri="{FF2B5EF4-FFF2-40B4-BE49-F238E27FC236}">
                <a16:creationId xmlns:a16="http://schemas.microsoft.com/office/drawing/2014/main" id="{57A68A16-2C46-48FF-BA92-B292281B42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381" y="2682875"/>
            <a:ext cx="376237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女性の買い物に付き合っている男性のイラスト">
            <a:extLst>
              <a:ext uri="{FF2B5EF4-FFF2-40B4-BE49-F238E27FC236}">
                <a16:creationId xmlns:a16="http://schemas.microsoft.com/office/drawing/2014/main" id="{34C691F0-4A32-47AC-A5B0-0161CE02BB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2114" y="3006726"/>
            <a:ext cx="4762500" cy="3419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1136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2D6621-C916-41A5-B2EC-BDC09E78F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～ています。 </a:t>
            </a:r>
            <a:r>
              <a:rPr kumimoji="1" lang="en-US" altLang="ja-JP" dirty="0"/>
              <a:t>~</a:t>
            </a:r>
            <a:r>
              <a:rPr lang="en-US" altLang="ja-JP" dirty="0" err="1"/>
              <a:t>te</a:t>
            </a:r>
            <a:r>
              <a:rPr lang="en-US" altLang="ja-JP" dirty="0"/>
              <a:t> </a:t>
            </a:r>
            <a:r>
              <a:rPr lang="en-US" altLang="ja-JP" dirty="0" err="1"/>
              <a:t>imasu</a:t>
            </a:r>
            <a:r>
              <a:rPr kumimoji="1" lang="en-US" altLang="ja-JP" dirty="0"/>
              <a:t>.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A7B57F-60DC-41EC-95CB-86ADE1BF98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ja-JP" altLang="en-US" dirty="0"/>
              <a:t>りょこうします。</a:t>
            </a:r>
            <a:endParaRPr lang="en-US" altLang="ja-JP" dirty="0"/>
          </a:p>
          <a:p>
            <a:r>
              <a:rPr kumimoji="1" lang="en-US" altLang="ja-JP" dirty="0" err="1"/>
              <a:t>Ryokoo</a:t>
            </a:r>
            <a:r>
              <a:rPr kumimoji="1" lang="ja-JP" altLang="en-US" dirty="0"/>
              <a:t> </a:t>
            </a:r>
            <a:r>
              <a:rPr kumimoji="1" lang="en-US" altLang="ja-JP" dirty="0" err="1"/>
              <a:t>shimasu</a:t>
            </a:r>
            <a:endParaRPr kumimoji="1" lang="ja-JP" alt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222A74B-CA94-4BFB-B7C1-3DA55A4685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lnSpcReduction="10000"/>
          </a:bodyPr>
          <a:lstStyle/>
          <a:p>
            <a:r>
              <a:rPr lang="ja-JP" altLang="en-US" dirty="0"/>
              <a:t>うんてんします。</a:t>
            </a:r>
            <a:endParaRPr lang="en-US" altLang="ja-JP" dirty="0"/>
          </a:p>
          <a:p>
            <a:r>
              <a:rPr kumimoji="1" lang="en-US" altLang="ja-JP" dirty="0" err="1"/>
              <a:t>Unten</a:t>
            </a:r>
            <a:r>
              <a:rPr kumimoji="1" lang="ja-JP" altLang="en-US" dirty="0"/>
              <a:t> </a:t>
            </a:r>
            <a:r>
              <a:rPr kumimoji="1" lang="en-US" altLang="ja-JP" dirty="0" err="1"/>
              <a:t>shimasu</a:t>
            </a:r>
            <a:endParaRPr kumimoji="1" lang="ja-JP" altLang="en-US" dirty="0"/>
          </a:p>
        </p:txBody>
      </p:sp>
      <p:pic>
        <p:nvPicPr>
          <p:cNvPr id="3074" name="Picture 2" descr="旅行に行く若者のイラスト">
            <a:extLst>
              <a:ext uri="{FF2B5EF4-FFF2-40B4-BE49-F238E27FC236}">
                <a16:creationId xmlns:a16="http://schemas.microsoft.com/office/drawing/2014/main" id="{8741A815-C20C-4202-874D-BFDC4E8A9E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72" y="2566193"/>
            <a:ext cx="5715000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携帯電話を使いながら運転をしている人のイラスト">
            <a:extLst>
              <a:ext uri="{FF2B5EF4-FFF2-40B4-BE49-F238E27FC236}">
                <a16:creationId xmlns:a16="http://schemas.microsoft.com/office/drawing/2014/main" id="{9B390072-A9DA-41E1-B310-527A37B7C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2791326"/>
            <a:ext cx="3461042" cy="346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5835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2D6621-C916-41A5-B2EC-BDC09E78F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～ています。 </a:t>
            </a:r>
            <a:r>
              <a:rPr kumimoji="1" lang="en-US" altLang="ja-JP" dirty="0"/>
              <a:t>~</a:t>
            </a:r>
            <a:r>
              <a:rPr lang="en-US" altLang="ja-JP" dirty="0" err="1"/>
              <a:t>te</a:t>
            </a:r>
            <a:r>
              <a:rPr lang="en-US" altLang="ja-JP" dirty="0"/>
              <a:t> </a:t>
            </a:r>
            <a:r>
              <a:rPr lang="en-US" altLang="ja-JP" dirty="0" err="1"/>
              <a:t>imasu</a:t>
            </a:r>
            <a:r>
              <a:rPr kumimoji="1" lang="en-US" altLang="ja-JP" dirty="0"/>
              <a:t>.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A7B57F-60DC-41EC-95CB-86ADE1BF98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ja-JP" altLang="en-US" dirty="0"/>
              <a:t>ともだちと、ゲームをします。</a:t>
            </a:r>
            <a:endParaRPr lang="en-US" altLang="ja-JP" dirty="0"/>
          </a:p>
          <a:p>
            <a:r>
              <a:rPr kumimoji="1" lang="en-US" altLang="ja-JP" dirty="0" err="1"/>
              <a:t>Tomodachi</a:t>
            </a:r>
            <a:r>
              <a:rPr kumimoji="1" lang="en-US" altLang="ja-JP" dirty="0"/>
              <a:t> to, </a:t>
            </a:r>
            <a:r>
              <a:rPr kumimoji="1" lang="en-US" altLang="ja-JP" dirty="0" err="1"/>
              <a:t>ge</a:t>
            </a:r>
            <a:r>
              <a:rPr kumimoji="1" lang="en-US" altLang="ja-JP" dirty="0"/>
              <a:t>-mu o </a:t>
            </a:r>
            <a:r>
              <a:rPr kumimoji="1" lang="en-US" altLang="ja-JP" dirty="0" err="1"/>
              <a:t>shimasu</a:t>
            </a:r>
            <a:r>
              <a:rPr kumimoji="1" lang="en-US" altLang="ja-JP" dirty="0"/>
              <a:t>.</a:t>
            </a:r>
            <a:endParaRPr kumimoji="1" lang="ja-JP" alt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222A74B-CA94-4BFB-B7C1-3DA55A4685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lnSpcReduction="10000"/>
          </a:bodyPr>
          <a:lstStyle/>
          <a:p>
            <a:r>
              <a:rPr lang="en-US" altLang="ja-JP" dirty="0" err="1"/>
              <a:t>Youtube</a:t>
            </a:r>
            <a:r>
              <a:rPr lang="ja-JP" altLang="en-US" dirty="0"/>
              <a:t>をみます。</a:t>
            </a:r>
            <a:endParaRPr lang="en-US" altLang="ja-JP" dirty="0"/>
          </a:p>
          <a:p>
            <a:r>
              <a:rPr kumimoji="1" lang="en-US" altLang="ja-JP" dirty="0" err="1"/>
              <a:t>Youtube</a:t>
            </a:r>
            <a:r>
              <a:rPr kumimoji="1" lang="en-US" altLang="ja-JP" dirty="0"/>
              <a:t> </a:t>
            </a:r>
            <a:r>
              <a:rPr lang="en-US" altLang="ja-JP" dirty="0"/>
              <a:t>o </a:t>
            </a:r>
            <a:r>
              <a:rPr lang="en-US" altLang="ja-JP" dirty="0" err="1"/>
              <a:t>mimasu</a:t>
            </a:r>
            <a:r>
              <a:rPr lang="en-US" altLang="ja-JP" dirty="0"/>
              <a:t>.</a:t>
            </a:r>
            <a:endParaRPr kumimoji="1" lang="ja-JP" altLang="en-US" dirty="0"/>
          </a:p>
        </p:txBody>
      </p:sp>
      <p:pic>
        <p:nvPicPr>
          <p:cNvPr id="5122" name="Picture 2" descr="通話しながらゲームをする人たちのイラスト">
            <a:extLst>
              <a:ext uri="{FF2B5EF4-FFF2-40B4-BE49-F238E27FC236}">
                <a16:creationId xmlns:a16="http://schemas.microsoft.com/office/drawing/2014/main" id="{2BB85570-117D-43FA-9C86-C80014C13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94" y="2682875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バーチャルYouTuberのイラスト">
            <a:extLst>
              <a:ext uri="{FF2B5EF4-FFF2-40B4-BE49-F238E27FC236}">
                <a16:creationId xmlns:a16="http://schemas.microsoft.com/office/drawing/2014/main" id="{78D71C30-C520-4AE8-B321-F50FFDADCE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2938" y="2505075"/>
            <a:ext cx="4286250" cy="389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5133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CC926-D6FB-2778-4A4F-C906E6ACD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889ECD-C462-56FE-64E1-068D8BAE6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～ています。 </a:t>
            </a:r>
            <a:r>
              <a:rPr kumimoji="1" lang="en-US" altLang="ja-JP" dirty="0"/>
              <a:t>~</a:t>
            </a:r>
            <a:r>
              <a:rPr lang="en-US" altLang="ja-JP" dirty="0" err="1"/>
              <a:t>te</a:t>
            </a:r>
            <a:r>
              <a:rPr lang="en-US" altLang="ja-JP" dirty="0"/>
              <a:t> </a:t>
            </a:r>
            <a:r>
              <a:rPr lang="en-US" altLang="ja-JP" dirty="0" err="1"/>
              <a:t>imasu</a:t>
            </a:r>
            <a:r>
              <a:rPr kumimoji="1" lang="en-US" altLang="ja-JP" dirty="0"/>
              <a:t>.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78BE7FB-3AA3-8010-5860-39943513F1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ja-JP" altLang="en-US" dirty="0"/>
              <a:t>ビールをのみます。</a:t>
            </a:r>
            <a:endParaRPr lang="en-US" altLang="ja-JP" dirty="0"/>
          </a:p>
          <a:p>
            <a:r>
              <a:rPr lang="en-US" altLang="ja-JP" dirty="0" err="1"/>
              <a:t>Biiru</a:t>
            </a:r>
            <a:r>
              <a:rPr lang="en-US" altLang="ja-JP" dirty="0"/>
              <a:t> o </a:t>
            </a:r>
            <a:r>
              <a:rPr lang="en-US" altLang="ja-JP" dirty="0" err="1"/>
              <a:t>nomimasu</a:t>
            </a:r>
            <a:r>
              <a:rPr lang="en-US" altLang="ja-JP" dirty="0"/>
              <a:t>.</a:t>
            </a:r>
            <a:endParaRPr kumimoji="1" lang="ja-JP" alt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103D1B8-0B01-64CD-8314-2447BFC144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93498" y="158621"/>
            <a:ext cx="5564188" cy="2831841"/>
          </a:xfrm>
        </p:spPr>
        <p:txBody>
          <a:bodyPr>
            <a:normAutofit lnSpcReduction="10000"/>
          </a:bodyPr>
          <a:lstStyle/>
          <a:p>
            <a:r>
              <a:rPr kumimoji="1" lang="ja-JP" altLang="en-US" dirty="0"/>
              <a:t>はしります。</a:t>
            </a:r>
            <a:endParaRPr kumimoji="1" lang="en-US" altLang="ja-JP" dirty="0"/>
          </a:p>
          <a:p>
            <a:r>
              <a:rPr lang="en-US" altLang="ja-JP" dirty="0" err="1"/>
              <a:t>Hashi</a:t>
            </a:r>
            <a:r>
              <a:rPr lang="en-US" altLang="ja-JP" dirty="0" err="1">
                <a:solidFill>
                  <a:srgbClr val="FF0000"/>
                </a:solidFill>
              </a:rPr>
              <a:t>ri</a:t>
            </a:r>
            <a:r>
              <a:rPr lang="en-US" altLang="ja-JP" dirty="0" err="1"/>
              <a:t>masu</a:t>
            </a:r>
            <a:r>
              <a:rPr lang="en-US" altLang="ja-JP" dirty="0"/>
              <a:t>.    </a:t>
            </a:r>
            <a:r>
              <a:rPr lang="en-US" altLang="ja-JP" dirty="0" err="1"/>
              <a:t>Hashi</a:t>
            </a:r>
            <a:r>
              <a:rPr lang="en-US" altLang="ja-JP" dirty="0" err="1">
                <a:solidFill>
                  <a:srgbClr val="FF0000"/>
                </a:solidFill>
              </a:rPr>
              <a:t>tte</a:t>
            </a:r>
            <a:r>
              <a:rPr lang="en-US" altLang="ja-JP" dirty="0">
                <a:solidFill>
                  <a:srgbClr val="FF0000"/>
                </a:solidFill>
              </a:rPr>
              <a:t> </a:t>
            </a:r>
            <a:r>
              <a:rPr lang="en-US" altLang="ja-JP" dirty="0" err="1"/>
              <a:t>imasu</a:t>
            </a:r>
            <a:r>
              <a:rPr lang="en-US" altLang="ja-JP" dirty="0"/>
              <a:t> </a:t>
            </a:r>
          </a:p>
          <a:p>
            <a:r>
              <a:rPr kumimoji="1" lang="en-US" altLang="ja-JP" dirty="0"/>
              <a:t> </a:t>
            </a:r>
            <a:r>
              <a:rPr kumimoji="1" lang="en-US" altLang="ja-JP" dirty="0" err="1"/>
              <a:t>suwa</a:t>
            </a:r>
            <a:r>
              <a:rPr kumimoji="1" lang="en-US" altLang="ja-JP" dirty="0" err="1">
                <a:solidFill>
                  <a:srgbClr val="FF0000"/>
                </a:solidFill>
              </a:rPr>
              <a:t>ri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masu</a:t>
            </a:r>
            <a:r>
              <a:rPr kumimoji="1" lang="en-US" altLang="ja-JP" dirty="0"/>
              <a:t>   </a:t>
            </a:r>
            <a:r>
              <a:rPr kumimoji="1" lang="en-US" altLang="ja-JP" dirty="0" err="1"/>
              <a:t>suwa</a:t>
            </a:r>
            <a:r>
              <a:rPr kumimoji="1" lang="en-US" altLang="ja-JP" dirty="0" err="1">
                <a:solidFill>
                  <a:srgbClr val="FF0000"/>
                </a:solidFill>
              </a:rPr>
              <a:t>tte</a:t>
            </a:r>
            <a:r>
              <a:rPr kumimoji="1" lang="en-US" altLang="ja-JP" dirty="0"/>
              <a:t>	</a:t>
            </a:r>
            <a:r>
              <a:rPr kumimoji="1" lang="en-US" altLang="ja-JP" dirty="0" err="1"/>
              <a:t>imas</a:t>
            </a:r>
            <a:r>
              <a:rPr lang="en-US" altLang="ja-JP" dirty="0" err="1"/>
              <a:t>u</a:t>
            </a:r>
            <a:endParaRPr lang="en-US" altLang="ja-JP" dirty="0"/>
          </a:p>
          <a:p>
            <a:r>
              <a:rPr kumimoji="1" lang="en-US" altLang="ja-JP" dirty="0"/>
              <a:t>Ta</a:t>
            </a:r>
            <a:r>
              <a:rPr kumimoji="1" lang="en-US" altLang="ja-JP" dirty="0">
                <a:solidFill>
                  <a:srgbClr val="FF0000"/>
                </a:solidFill>
              </a:rPr>
              <a:t>chi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masu</a:t>
            </a:r>
            <a:r>
              <a:rPr kumimoji="1" lang="en-US" altLang="ja-JP" dirty="0"/>
              <a:t>      ta </a:t>
            </a:r>
            <a:r>
              <a:rPr kumimoji="1" lang="en-US" altLang="ja-JP" dirty="0" err="1">
                <a:solidFill>
                  <a:srgbClr val="FF0000"/>
                </a:solidFill>
              </a:rPr>
              <a:t>tte</a:t>
            </a:r>
            <a:r>
              <a:rPr kumimoji="1" lang="en-US" altLang="ja-JP" dirty="0">
                <a:solidFill>
                  <a:srgbClr val="FF0000"/>
                </a:solidFill>
              </a:rPr>
              <a:t> </a:t>
            </a:r>
            <a:r>
              <a:rPr kumimoji="1" lang="en-US" altLang="ja-JP" dirty="0" err="1"/>
              <a:t>imasu</a:t>
            </a:r>
            <a:r>
              <a:rPr kumimoji="1" lang="en-US" altLang="ja-JP" dirty="0"/>
              <a:t>	</a:t>
            </a:r>
          </a:p>
          <a:p>
            <a:r>
              <a:rPr lang="en-US" altLang="ja-JP" dirty="0"/>
              <a:t>                                           </a:t>
            </a:r>
            <a:endParaRPr kumimoji="1" lang="ja-JP" altLang="en-US" dirty="0"/>
          </a:p>
        </p:txBody>
      </p:sp>
      <p:pic>
        <p:nvPicPr>
          <p:cNvPr id="1026" name="Picture 2" descr="浴衣でビールを飲む人のイラスト（男性）">
            <a:extLst>
              <a:ext uri="{FF2B5EF4-FFF2-40B4-BE49-F238E27FC236}">
                <a16:creationId xmlns:a16="http://schemas.microsoft.com/office/drawing/2014/main" id="{9BA12FC9-1D61-E1E5-5602-0E8D218F4B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612" y="2505075"/>
            <a:ext cx="332422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新社会人・新入社員のイラスト「走る男性社員」">
            <a:extLst>
              <a:ext uri="{FF2B5EF4-FFF2-40B4-BE49-F238E27FC236}">
                <a16:creationId xmlns:a16="http://schemas.microsoft.com/office/drawing/2014/main" id="{1B16FCC1-BA3A-763A-5035-4DB85C2A46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615682"/>
            <a:ext cx="355282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D3F1D78-6FB5-FA92-F50E-25AB7C5415D8}"/>
                  </a:ext>
                </a:extLst>
              </p14:cNvPr>
              <p14:cNvContentPartPr/>
              <p14:nvPr/>
            </p14:nvContentPartPr>
            <p14:xfrm>
              <a:off x="3852664" y="2117321"/>
              <a:ext cx="1895040" cy="4158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D3F1D78-6FB5-FA92-F50E-25AB7C5415D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41864" y="2106530"/>
                <a:ext cx="1916280" cy="4370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49DD10C-9DD9-F718-A9DE-6A33E720246F}"/>
                  </a:ext>
                </a:extLst>
              </p14:cNvPr>
              <p14:cNvContentPartPr/>
              <p14:nvPr/>
            </p14:nvContentPartPr>
            <p14:xfrm>
              <a:off x="11014504" y="1605401"/>
              <a:ext cx="609480" cy="5331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49DD10C-9DD9-F718-A9DE-6A33E720246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003704" y="1594601"/>
                <a:ext cx="630720" cy="55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F5798EA0-6167-F252-6D46-D6A9120D23A1}"/>
                  </a:ext>
                </a:extLst>
              </p14:cNvPr>
              <p14:cNvContentPartPr/>
              <p14:nvPr/>
            </p14:nvContentPartPr>
            <p14:xfrm>
              <a:off x="10624264" y="2221361"/>
              <a:ext cx="970560" cy="51048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F5798EA0-6167-F252-6D46-D6A9120D23A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613468" y="2210561"/>
                <a:ext cx="991792" cy="531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4537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486318-1B47-4170-A962-E5CD12440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レストラン </a:t>
            </a:r>
            <a:br>
              <a:rPr kumimoji="1" lang="en-US" altLang="ja-JP" dirty="0"/>
            </a:br>
            <a:r>
              <a:rPr kumimoji="1" lang="en-US" altLang="ja-JP" dirty="0"/>
              <a:t>restaurant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B16A8FD-E856-41F7-8785-FDCD83BDDF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673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7B3A4187-FF02-4992-8CC4-D3F4E7282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E32-B65A-4821-93BE-E80F488A5D3D}" type="slidenum">
              <a:rPr kumimoji="1" lang="ja-JP" altLang="en-US" smtClean="0"/>
              <a:t>8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23F2A043-7431-41EB-B672-585A156514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691" y="0"/>
            <a:ext cx="8545461" cy="5700722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1D508BF-066B-42B5-8347-A8E6762E12B4}"/>
              </a:ext>
            </a:extLst>
          </p:cNvPr>
          <p:cNvSpPr txBox="1"/>
          <p:nvPr/>
        </p:nvSpPr>
        <p:spPr>
          <a:xfrm>
            <a:off x="1179871" y="5756185"/>
            <a:ext cx="55994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/>
              <a:t>刺身　盛り合わせ</a:t>
            </a:r>
            <a:endParaRPr lang="en-US" altLang="ja-JP" sz="3600" dirty="0"/>
          </a:p>
          <a:p>
            <a:r>
              <a:rPr kumimoji="1" lang="ja-JP" altLang="en-US" sz="3600" dirty="0"/>
              <a:t>さしみ　もりあわせ</a:t>
            </a:r>
          </a:p>
        </p:txBody>
      </p:sp>
    </p:spTree>
    <p:extLst>
      <p:ext uri="{BB962C8B-B14F-4D97-AF65-F5344CB8AC3E}">
        <p14:creationId xmlns:p14="http://schemas.microsoft.com/office/powerpoint/2010/main" val="3737586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7B3A4187-FF02-4992-8CC4-D3F4E7282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E32-B65A-4821-93BE-E80F488A5D3D}" type="slidenum">
              <a:rPr kumimoji="1" lang="ja-JP" altLang="en-US" smtClean="0"/>
              <a:t>9</a:t>
            </a:fld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A89995D-2B33-4BBC-B519-EEF719739585}"/>
              </a:ext>
            </a:extLst>
          </p:cNvPr>
          <p:cNvSpPr txBox="1"/>
          <p:nvPr/>
        </p:nvSpPr>
        <p:spPr>
          <a:xfrm>
            <a:off x="1179871" y="5756185"/>
            <a:ext cx="59190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/>
              <a:t>焼き鳥　盛り合わせ</a:t>
            </a:r>
            <a:endParaRPr lang="en-US" altLang="ja-JP" sz="3600" dirty="0"/>
          </a:p>
          <a:p>
            <a:r>
              <a:rPr lang="ja-JP" altLang="en-US" sz="3600" dirty="0"/>
              <a:t>やきとり　もりあわせ　</a:t>
            </a:r>
            <a:endParaRPr kumimoji="1" lang="ja-JP" altLang="en-US" sz="36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1728008-18D0-439E-8581-984E66F5E5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0749" y="11438"/>
            <a:ext cx="8520517" cy="5651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005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2806EA9-47C4-411F-A2FA-BBE7487F8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E32-B65A-4821-93BE-E80F488A5D3D}" type="slidenum">
              <a:rPr kumimoji="1" lang="ja-JP" altLang="en-US" smtClean="0"/>
              <a:t>10</a:t>
            </a:fld>
            <a:endParaRPr kumimoji="1" lang="ja-JP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A2036471-6540-4634-91CF-3212A61945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791" y="319936"/>
            <a:ext cx="10198397" cy="6185246"/>
          </a:xfrm>
          <a:prstGeom prst="rect">
            <a:avLst/>
          </a:prstGeom>
        </p:spPr>
      </p:pic>
      <p:pic>
        <p:nvPicPr>
          <p:cNvPr id="16" name="X_[06-17]_katachi2_counting">
            <a:hlinkClick r:id="" action="ppaction://media"/>
            <a:extLst>
              <a:ext uri="{FF2B5EF4-FFF2-40B4-BE49-F238E27FC236}">
                <a16:creationId xmlns:a16="http://schemas.microsoft.com/office/drawing/2014/main" id="{A5C21958-A195-4ACD-A996-54D2603156D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801201" y="453682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708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313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CB55F58A-289D-41B7-AF58-F486EA886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E32-B65A-4821-93BE-E80F488A5D3D}" type="slidenum">
              <a:rPr kumimoji="1" lang="ja-JP" altLang="en-US" smtClean="0"/>
              <a:t>11</a:t>
            </a:fld>
            <a:endParaRPr kumimoji="1" lang="ja-JP" altLang="en-US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9DD13466-33DC-4C1B-B5AA-2B437FF81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20" y="1165974"/>
            <a:ext cx="3719671" cy="2402288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85D0B90F-6E49-42CC-A025-5EAB44910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9835" y="1087387"/>
            <a:ext cx="3719671" cy="2271555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9D85FDFD-27EF-4C30-A946-E33747D66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5211" y="1066025"/>
            <a:ext cx="3719671" cy="2419184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3D1DB1C-A668-462E-8A75-F3EF8471D2BF}"/>
              </a:ext>
            </a:extLst>
          </p:cNvPr>
          <p:cNvSpPr txBox="1"/>
          <p:nvPr/>
        </p:nvSpPr>
        <p:spPr>
          <a:xfrm>
            <a:off x="432619" y="186813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れんしゅうしましょう！！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CD73B1FF-5D57-46DF-9EB5-76A63B2444BF}"/>
              </a:ext>
            </a:extLst>
          </p:cNvPr>
          <p:cNvSpPr/>
          <p:nvPr/>
        </p:nvSpPr>
        <p:spPr>
          <a:xfrm>
            <a:off x="4228555" y="3868378"/>
            <a:ext cx="3599995" cy="172402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2400" dirty="0"/>
              <a:t>１つ</a:t>
            </a:r>
            <a:r>
              <a:rPr kumimoji="1" lang="en-US" altLang="ja-JP" sz="2400" dirty="0"/>
              <a:t>	</a:t>
            </a:r>
            <a:r>
              <a:rPr kumimoji="1" lang="ja-JP" altLang="en-US" sz="2400" dirty="0"/>
              <a:t>ひとつ </a:t>
            </a:r>
            <a:r>
              <a:rPr kumimoji="1" lang="en-US" altLang="ja-JP" sz="2400" dirty="0" err="1"/>
              <a:t>hitotsu</a:t>
            </a:r>
            <a:endParaRPr kumimoji="1" lang="en-US" altLang="ja-JP" sz="2400" dirty="0"/>
          </a:p>
          <a:p>
            <a:r>
              <a:rPr lang="ja-JP" altLang="en-US" sz="2400" dirty="0"/>
              <a:t>２つ</a:t>
            </a:r>
            <a:r>
              <a:rPr lang="en-US" altLang="ja-JP" sz="2400" dirty="0"/>
              <a:t>	</a:t>
            </a:r>
            <a:r>
              <a:rPr lang="ja-JP" altLang="en-US" sz="2400" dirty="0"/>
              <a:t>ふたつ </a:t>
            </a:r>
            <a:r>
              <a:rPr lang="en-US" altLang="ja-JP" sz="2400" dirty="0" err="1"/>
              <a:t>futatsu</a:t>
            </a:r>
            <a:endParaRPr lang="en-US" altLang="ja-JP" sz="2400" dirty="0"/>
          </a:p>
          <a:p>
            <a:r>
              <a:rPr lang="ja-JP" altLang="en-US" sz="2400" dirty="0"/>
              <a:t>３つ</a:t>
            </a:r>
            <a:r>
              <a:rPr lang="en-US" altLang="ja-JP" sz="2400" dirty="0"/>
              <a:t>	</a:t>
            </a:r>
            <a:r>
              <a:rPr lang="ja-JP" altLang="en-US" sz="2400" dirty="0"/>
              <a:t>みっつ </a:t>
            </a:r>
            <a:r>
              <a:rPr lang="en-US" altLang="ja-JP" sz="2400" dirty="0" err="1"/>
              <a:t>mittsu</a:t>
            </a:r>
            <a:endParaRPr lang="en-US" altLang="ja-JP" sz="2400" dirty="0"/>
          </a:p>
          <a:p>
            <a:r>
              <a:rPr lang="ja-JP" altLang="en-US" sz="2400" dirty="0"/>
              <a:t>４つ</a:t>
            </a:r>
            <a:r>
              <a:rPr lang="en-US" altLang="ja-JP" sz="2400" dirty="0"/>
              <a:t>	</a:t>
            </a:r>
            <a:r>
              <a:rPr lang="ja-JP" altLang="en-US" sz="2400" dirty="0"/>
              <a:t>よっつ </a:t>
            </a:r>
            <a:r>
              <a:rPr lang="en-US" altLang="ja-JP" sz="2400" dirty="0" err="1"/>
              <a:t>yottsu</a:t>
            </a:r>
            <a:endParaRPr lang="en-US" altLang="ja-JP" sz="2400" dirty="0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F60A7C68-6AFA-4137-8C3C-50C7A7705EA1}"/>
              </a:ext>
            </a:extLst>
          </p:cNvPr>
          <p:cNvSpPr/>
          <p:nvPr/>
        </p:nvSpPr>
        <p:spPr>
          <a:xfrm>
            <a:off x="3466471" y="6104021"/>
            <a:ext cx="5259058" cy="66548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2400" dirty="0"/>
              <a:t>おねがいします。</a:t>
            </a:r>
            <a:r>
              <a:rPr lang="en-US" altLang="ja-JP" sz="2400" dirty="0"/>
              <a:t>	</a:t>
            </a:r>
            <a:r>
              <a:rPr lang="en-US" altLang="ja-JP" sz="2400" dirty="0" err="1"/>
              <a:t>onegaishimasu</a:t>
            </a:r>
            <a:endParaRPr lang="en-US" altLang="ja-JP" sz="2400" dirty="0"/>
          </a:p>
        </p:txBody>
      </p:sp>
      <p:sp>
        <p:nvSpPr>
          <p:cNvPr id="5" name="加算記号 4">
            <a:extLst>
              <a:ext uri="{FF2B5EF4-FFF2-40B4-BE49-F238E27FC236}">
                <a16:creationId xmlns:a16="http://schemas.microsoft.com/office/drawing/2014/main" id="{1D6C6259-269A-4746-B297-8BD5B24CFA01}"/>
              </a:ext>
            </a:extLst>
          </p:cNvPr>
          <p:cNvSpPr/>
          <p:nvPr/>
        </p:nvSpPr>
        <p:spPr>
          <a:xfrm>
            <a:off x="5785638" y="3315855"/>
            <a:ext cx="554290" cy="535891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加算記号 13">
            <a:extLst>
              <a:ext uri="{FF2B5EF4-FFF2-40B4-BE49-F238E27FC236}">
                <a16:creationId xmlns:a16="http://schemas.microsoft.com/office/drawing/2014/main" id="{AD382279-3B43-449E-9788-D055A8FCA680}"/>
              </a:ext>
            </a:extLst>
          </p:cNvPr>
          <p:cNvSpPr/>
          <p:nvPr/>
        </p:nvSpPr>
        <p:spPr>
          <a:xfrm>
            <a:off x="5785638" y="5585901"/>
            <a:ext cx="554290" cy="535891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C8DCEEF0-FDA9-41C4-A46F-21D9889F8940}"/>
              </a:ext>
            </a:extLst>
          </p:cNvPr>
          <p:cNvSpPr/>
          <p:nvPr/>
        </p:nvSpPr>
        <p:spPr>
          <a:xfrm>
            <a:off x="177120" y="859819"/>
            <a:ext cx="11837760" cy="245603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400" dirty="0">
                <a:solidFill>
                  <a:schemeClr val="tx1"/>
                </a:solidFill>
              </a:rPr>
              <a:t>Sashimi	  </a:t>
            </a:r>
            <a:r>
              <a:rPr kumimoji="1" lang="en-US" altLang="ja-JP" sz="2400" dirty="0" err="1">
                <a:solidFill>
                  <a:schemeClr val="tx1"/>
                </a:solidFill>
              </a:rPr>
              <a:t>Karaage</a:t>
            </a:r>
            <a:r>
              <a:rPr kumimoji="1" lang="en-US" altLang="ja-JP" sz="2400" dirty="0">
                <a:solidFill>
                  <a:schemeClr val="tx1"/>
                </a:solidFill>
              </a:rPr>
              <a:t>	        Yakitori	     Edamame  </a:t>
            </a:r>
            <a:r>
              <a:rPr lang="en-US" altLang="ja-JP" sz="2400" dirty="0">
                <a:solidFill>
                  <a:schemeClr val="tx1"/>
                </a:solidFill>
              </a:rPr>
              <a:t>     </a:t>
            </a:r>
            <a:r>
              <a:rPr kumimoji="1" lang="en-US" altLang="ja-JP" sz="2400" dirty="0" err="1">
                <a:solidFill>
                  <a:schemeClr val="tx1"/>
                </a:solidFill>
              </a:rPr>
              <a:t>nama</a:t>
            </a:r>
            <a:r>
              <a:rPr kumimoji="1" lang="en-US" altLang="ja-JP" sz="2400" dirty="0">
                <a:solidFill>
                  <a:schemeClr val="tx1"/>
                </a:solidFill>
              </a:rPr>
              <a:t> bi-</a:t>
            </a:r>
            <a:r>
              <a:rPr kumimoji="1" lang="en-US" altLang="ja-JP" sz="2400" dirty="0" err="1">
                <a:solidFill>
                  <a:schemeClr val="tx1"/>
                </a:solidFill>
              </a:rPr>
              <a:t>ru</a:t>
            </a:r>
            <a:r>
              <a:rPr kumimoji="1" lang="en-US" altLang="ja-JP" sz="2400" dirty="0">
                <a:solidFill>
                  <a:schemeClr val="tx1"/>
                </a:solidFill>
              </a:rPr>
              <a:t>	u-</a:t>
            </a:r>
            <a:r>
              <a:rPr kumimoji="1" lang="en-US" altLang="ja-JP" sz="2400" dirty="0" err="1">
                <a:solidFill>
                  <a:schemeClr val="tx1"/>
                </a:solidFill>
              </a:rPr>
              <a:t>ron</a:t>
            </a:r>
            <a:r>
              <a:rPr kumimoji="1" lang="en-US" altLang="ja-JP" sz="2400" dirty="0">
                <a:solidFill>
                  <a:schemeClr val="tx1"/>
                </a:solidFill>
              </a:rPr>
              <a:t> cha</a:t>
            </a:r>
            <a:endParaRPr lang="en-US" altLang="ja-JP" sz="2400" dirty="0">
              <a:solidFill>
                <a:schemeClr val="tx1"/>
              </a:solidFill>
            </a:endParaRPr>
          </a:p>
          <a:p>
            <a:endParaRPr kumimoji="1" lang="en-US" altLang="ja-JP" sz="2400" dirty="0">
              <a:solidFill>
                <a:schemeClr val="tx1"/>
              </a:solidFill>
            </a:endParaRPr>
          </a:p>
          <a:p>
            <a:endParaRPr lang="en-US" altLang="ja-JP" sz="2400" dirty="0">
              <a:solidFill>
                <a:schemeClr val="tx1"/>
              </a:solidFill>
            </a:endParaRPr>
          </a:p>
          <a:p>
            <a:endParaRPr kumimoji="1" lang="en-US" altLang="ja-JP" sz="2000" dirty="0">
              <a:solidFill>
                <a:schemeClr val="tx1"/>
              </a:solidFill>
            </a:endParaRPr>
          </a:p>
          <a:p>
            <a:endParaRPr lang="en-US" altLang="ja-JP" sz="2000" dirty="0">
              <a:solidFill>
                <a:schemeClr val="tx1"/>
              </a:solidFill>
            </a:endParaRPr>
          </a:p>
          <a:p>
            <a:endParaRPr kumimoji="1" lang="en-US" altLang="ja-JP" sz="2000" dirty="0">
              <a:solidFill>
                <a:schemeClr val="tx1"/>
              </a:solidFill>
            </a:endParaRPr>
          </a:p>
          <a:p>
            <a:endParaRPr kumimoji="1" lang="en-US" altLang="ja-JP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6347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7C279712-1E3C-4370-A096-83DD8FBF9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E32-B65A-4821-93BE-E80F488A5D3D}" type="slidenum">
              <a:rPr kumimoji="1" lang="ja-JP" altLang="en-US" smtClean="0"/>
              <a:t>12</a:t>
            </a:fld>
            <a:endParaRPr kumimoji="1" lang="ja-JP" altLang="en-US"/>
          </a:p>
        </p:txBody>
      </p:sp>
      <p:sp>
        <p:nvSpPr>
          <p:cNvPr id="5" name="吹き出し: 角を丸めた四角形 4">
            <a:extLst>
              <a:ext uri="{FF2B5EF4-FFF2-40B4-BE49-F238E27FC236}">
                <a16:creationId xmlns:a16="http://schemas.microsoft.com/office/drawing/2014/main" id="{B0620BB2-9B28-41EB-BEE2-141F70D87A0A}"/>
              </a:ext>
            </a:extLst>
          </p:cNvPr>
          <p:cNvSpPr/>
          <p:nvPr/>
        </p:nvSpPr>
        <p:spPr>
          <a:xfrm>
            <a:off x="679552" y="575035"/>
            <a:ext cx="3062890" cy="937734"/>
          </a:xfrm>
          <a:prstGeom prst="wedgeRoundRectCallout">
            <a:avLst>
              <a:gd name="adj1" fmla="val -70303"/>
              <a:gd name="adj2" fmla="val 25588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2000" dirty="0" err="1"/>
              <a:t>Sumimasen</a:t>
            </a:r>
            <a:r>
              <a:rPr lang="en-US" altLang="ja-JP" sz="2000" dirty="0"/>
              <a:t>!</a:t>
            </a:r>
            <a:endParaRPr kumimoji="1" lang="ja-JP" altLang="en-US" sz="2000" dirty="0"/>
          </a:p>
        </p:txBody>
      </p:sp>
      <p:sp>
        <p:nvSpPr>
          <p:cNvPr id="12" name="吹き出し: 角を丸めた四角形 11">
            <a:extLst>
              <a:ext uri="{FF2B5EF4-FFF2-40B4-BE49-F238E27FC236}">
                <a16:creationId xmlns:a16="http://schemas.microsoft.com/office/drawing/2014/main" id="{58170B7F-2249-4664-A062-183535AE6484}"/>
              </a:ext>
            </a:extLst>
          </p:cNvPr>
          <p:cNvSpPr/>
          <p:nvPr/>
        </p:nvSpPr>
        <p:spPr>
          <a:xfrm>
            <a:off x="856264" y="1593129"/>
            <a:ext cx="4346211" cy="2467392"/>
          </a:xfrm>
          <a:prstGeom prst="wedgeRoundRectCallout">
            <a:avLst>
              <a:gd name="adj1" fmla="val -70303"/>
              <a:gd name="adj2" fmla="val 25588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th-TH" altLang="ja-JP" sz="2400" u="sng" dirty="0"/>
              <a:t>อาหาร</a:t>
            </a:r>
            <a:r>
              <a:rPr lang="th-TH" altLang="ja-JP" sz="2400" dirty="0"/>
              <a:t>  </a:t>
            </a:r>
            <a:r>
              <a:rPr lang="th-TH" altLang="ja-JP" sz="2400" u="sng" dirty="0"/>
              <a:t>จำนวน</a:t>
            </a:r>
            <a:r>
              <a:rPr lang="ja-JP" altLang="en-US" sz="2400" u="sng" dirty="0"/>
              <a:t> </a:t>
            </a:r>
            <a:r>
              <a:rPr lang="en-US" altLang="ja-JP" sz="2400" dirty="0"/>
              <a:t>to,</a:t>
            </a:r>
            <a:r>
              <a:rPr lang="ja-JP" altLang="en-US" sz="2400" dirty="0"/>
              <a:t> </a:t>
            </a:r>
            <a:endParaRPr lang="en-US" altLang="ja-JP" sz="2400" dirty="0"/>
          </a:p>
          <a:p>
            <a:r>
              <a:rPr lang="en-US" altLang="ja-JP" sz="2400" dirty="0"/>
              <a:t>      </a:t>
            </a:r>
            <a:r>
              <a:rPr lang="th-TH" altLang="ja-JP" sz="2400" u="sng" dirty="0"/>
              <a:t>เครื่องดืม</a:t>
            </a:r>
            <a:r>
              <a:rPr lang="th-TH" altLang="ja-JP" sz="2400" dirty="0"/>
              <a:t> </a:t>
            </a:r>
            <a:r>
              <a:rPr lang="th-TH" altLang="ja-JP" sz="2400" u="sng" dirty="0"/>
              <a:t>จำนวน</a:t>
            </a:r>
            <a:r>
              <a:rPr lang="en-US" altLang="ja-JP" sz="2400" dirty="0"/>
              <a:t> </a:t>
            </a:r>
          </a:p>
          <a:p>
            <a:r>
              <a:rPr lang="en-US" altLang="ja-JP" sz="2400" dirty="0"/>
              <a:t>	     </a:t>
            </a:r>
            <a:r>
              <a:rPr lang="en-US" altLang="ja-JP" sz="2400" dirty="0" err="1"/>
              <a:t>onegai</a:t>
            </a:r>
            <a:r>
              <a:rPr lang="en-US" altLang="ja-JP" sz="2400" dirty="0"/>
              <a:t> </a:t>
            </a:r>
            <a:r>
              <a:rPr lang="en-US" altLang="ja-JP" sz="2400" dirty="0" err="1"/>
              <a:t>shimasu</a:t>
            </a:r>
            <a:r>
              <a:rPr lang="en-US" altLang="ja-JP" sz="2400" dirty="0"/>
              <a:t>.</a:t>
            </a:r>
          </a:p>
        </p:txBody>
      </p:sp>
      <p:sp>
        <p:nvSpPr>
          <p:cNvPr id="13" name="吹き出し: 角を丸めた四角形 12">
            <a:extLst>
              <a:ext uri="{FF2B5EF4-FFF2-40B4-BE49-F238E27FC236}">
                <a16:creationId xmlns:a16="http://schemas.microsoft.com/office/drawing/2014/main" id="{538E47F0-EBBB-4E69-B870-14610D95285C}"/>
              </a:ext>
            </a:extLst>
          </p:cNvPr>
          <p:cNvSpPr/>
          <p:nvPr/>
        </p:nvSpPr>
        <p:spPr>
          <a:xfrm>
            <a:off x="5464653" y="1043902"/>
            <a:ext cx="1813090" cy="848738"/>
          </a:xfrm>
          <a:prstGeom prst="wedgeRoundRectCallout">
            <a:avLst>
              <a:gd name="adj1" fmla="val 74573"/>
              <a:gd name="adj2" fmla="val 51266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2400" dirty="0"/>
              <a:t>Hai!</a:t>
            </a:r>
            <a:endParaRPr kumimoji="1" lang="en-US" altLang="ja-JP" sz="2400" dirty="0"/>
          </a:p>
        </p:txBody>
      </p:sp>
      <p:sp>
        <p:nvSpPr>
          <p:cNvPr id="14" name="吹き出し: 角を丸めた四角形 13">
            <a:extLst>
              <a:ext uri="{FF2B5EF4-FFF2-40B4-BE49-F238E27FC236}">
                <a16:creationId xmlns:a16="http://schemas.microsoft.com/office/drawing/2014/main" id="{65641C93-9D99-47DD-AC75-984EAB843EBB}"/>
              </a:ext>
            </a:extLst>
          </p:cNvPr>
          <p:cNvSpPr/>
          <p:nvPr/>
        </p:nvSpPr>
        <p:spPr>
          <a:xfrm>
            <a:off x="5529859" y="2579859"/>
            <a:ext cx="1459668" cy="1118663"/>
          </a:xfrm>
          <a:prstGeom prst="wedgeRoundRectCallout">
            <a:avLst>
              <a:gd name="adj1" fmla="val 63054"/>
              <a:gd name="adj2" fmla="val -31823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2400" dirty="0"/>
              <a:t>Hai.</a:t>
            </a:r>
            <a:endParaRPr kumimoji="1" lang="en-US" altLang="ja-JP" sz="2400" dirty="0"/>
          </a:p>
        </p:txBody>
      </p:sp>
      <p:sp>
        <p:nvSpPr>
          <p:cNvPr id="15" name="吹き出し: 角を丸めた四角形 14">
            <a:extLst>
              <a:ext uri="{FF2B5EF4-FFF2-40B4-BE49-F238E27FC236}">
                <a16:creationId xmlns:a16="http://schemas.microsoft.com/office/drawing/2014/main" id="{F6B9BDA7-5B83-420F-9336-CBA45B4ACF18}"/>
              </a:ext>
            </a:extLst>
          </p:cNvPr>
          <p:cNvSpPr/>
          <p:nvPr/>
        </p:nvSpPr>
        <p:spPr>
          <a:xfrm>
            <a:off x="215177" y="4209436"/>
            <a:ext cx="5880823" cy="1163310"/>
          </a:xfrm>
          <a:prstGeom prst="wedgeRoundRectCallout">
            <a:avLst>
              <a:gd name="adj1" fmla="val -52892"/>
              <a:gd name="adj2" fmla="val 3262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2400" dirty="0"/>
              <a:t>Ato </a:t>
            </a:r>
            <a:r>
              <a:rPr lang="th-TH" altLang="ja-JP" sz="2400" u="sng" dirty="0"/>
              <a:t>สิ่งของ</a:t>
            </a:r>
            <a:r>
              <a:rPr lang="th-TH" altLang="ja-JP" sz="2400" dirty="0"/>
              <a:t>  </a:t>
            </a:r>
            <a:r>
              <a:rPr lang="th-TH" altLang="ja-JP" sz="2400" u="sng" dirty="0"/>
              <a:t>จำนวน</a:t>
            </a:r>
            <a:r>
              <a:rPr lang="ja-JP" altLang="en-US" sz="2400" u="sng" dirty="0"/>
              <a:t> </a:t>
            </a:r>
            <a:r>
              <a:rPr lang="en-US" altLang="ja-JP" sz="2400" u="sng" dirty="0"/>
              <a:t> </a:t>
            </a:r>
            <a:r>
              <a:rPr lang="en-US" altLang="ja-JP" sz="2400" dirty="0" err="1"/>
              <a:t>onegai</a:t>
            </a:r>
            <a:r>
              <a:rPr lang="en-US" altLang="ja-JP" sz="2400" dirty="0"/>
              <a:t> </a:t>
            </a:r>
            <a:r>
              <a:rPr lang="en-US" altLang="ja-JP" sz="2400" dirty="0" err="1"/>
              <a:t>shimasu</a:t>
            </a:r>
            <a:r>
              <a:rPr lang="en-US" altLang="ja-JP" sz="2400" dirty="0"/>
              <a:t>.</a:t>
            </a:r>
            <a:endParaRPr lang="en-US" altLang="ja-JP" sz="2000" dirty="0"/>
          </a:p>
        </p:txBody>
      </p:sp>
      <p:sp>
        <p:nvSpPr>
          <p:cNvPr id="16" name="吹き出し: 角を丸めた四角形 15">
            <a:extLst>
              <a:ext uri="{FF2B5EF4-FFF2-40B4-BE49-F238E27FC236}">
                <a16:creationId xmlns:a16="http://schemas.microsoft.com/office/drawing/2014/main" id="{B5D66C75-4EC8-4119-8612-3CDF7BADD229}"/>
              </a:ext>
            </a:extLst>
          </p:cNvPr>
          <p:cNvSpPr/>
          <p:nvPr/>
        </p:nvSpPr>
        <p:spPr>
          <a:xfrm>
            <a:off x="5863220" y="6081019"/>
            <a:ext cx="1414523" cy="762047"/>
          </a:xfrm>
          <a:prstGeom prst="wedgeRoundRectCallout">
            <a:avLst>
              <a:gd name="adj1" fmla="val 62862"/>
              <a:gd name="adj2" fmla="val 12316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2400" dirty="0"/>
              <a:t>Hai.</a:t>
            </a:r>
            <a:endParaRPr kumimoji="1" lang="en-US" altLang="ja-JP" sz="2400" dirty="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D560B11C-40C1-4047-9EBE-8BEB410D55A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3892" t="61130" r="1011" b="1789"/>
          <a:stretch/>
        </p:blipFill>
        <p:spPr>
          <a:xfrm>
            <a:off x="7944465" y="3215304"/>
            <a:ext cx="4247535" cy="3711140"/>
          </a:xfrm>
          <a:prstGeom prst="rect">
            <a:avLst/>
          </a:prstGeom>
        </p:spPr>
      </p:pic>
      <p:sp>
        <p:nvSpPr>
          <p:cNvPr id="19" name="吹き出し: 角を丸めた四角形 18">
            <a:extLst>
              <a:ext uri="{FF2B5EF4-FFF2-40B4-BE49-F238E27FC236}">
                <a16:creationId xmlns:a16="http://schemas.microsoft.com/office/drawing/2014/main" id="{A84BCF4E-C014-440B-A855-0FDD8A333491}"/>
              </a:ext>
            </a:extLst>
          </p:cNvPr>
          <p:cNvSpPr/>
          <p:nvPr/>
        </p:nvSpPr>
        <p:spPr>
          <a:xfrm>
            <a:off x="6096000" y="4708910"/>
            <a:ext cx="1565787" cy="848739"/>
          </a:xfrm>
          <a:prstGeom prst="wedgeRoundRectCallout">
            <a:avLst>
              <a:gd name="adj1" fmla="val 56198"/>
              <a:gd name="adj2" fmla="val 43242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2400" dirty="0"/>
              <a:t>Hai.</a:t>
            </a:r>
            <a:endParaRPr kumimoji="1" lang="en-US" altLang="ja-JP" sz="2400" dirty="0"/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45EC6784-A1A1-4C78-9AB0-FA087548D567}"/>
              </a:ext>
            </a:extLst>
          </p:cNvPr>
          <p:cNvCxnSpPr>
            <a:cxnSpLocks/>
          </p:cNvCxnSpPr>
          <p:nvPr/>
        </p:nvCxnSpPr>
        <p:spPr>
          <a:xfrm flipH="1" flipV="1">
            <a:off x="1735494" y="5016659"/>
            <a:ext cx="6208971" cy="7974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5FA5ABA-082E-AB31-4997-713BCBF0C3CE}"/>
              </a:ext>
            </a:extLst>
          </p:cNvPr>
          <p:cNvSpPr txBox="1"/>
          <p:nvPr/>
        </p:nvSpPr>
        <p:spPr>
          <a:xfrm>
            <a:off x="8136703" y="3778316"/>
            <a:ext cx="150504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2400" dirty="0" err="1"/>
              <a:t>Oshibori</a:t>
            </a:r>
            <a:endParaRPr kumimoji="1" lang="ja-JP" altLang="en-US" sz="2400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2798BC0-ED37-6A24-7230-51DC17CEB7F0}"/>
              </a:ext>
            </a:extLst>
          </p:cNvPr>
          <p:cNvSpPr txBox="1"/>
          <p:nvPr/>
        </p:nvSpPr>
        <p:spPr>
          <a:xfrm>
            <a:off x="8161362" y="4554994"/>
            <a:ext cx="135325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ja-JP" sz="2400" dirty="0" err="1"/>
              <a:t>Torizara</a:t>
            </a:r>
            <a:endParaRPr kumimoji="1" lang="ja-JP" altLang="en-US" sz="2400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FB7D9E3-0D63-56B1-9F00-8C7743E8B7CB}"/>
              </a:ext>
            </a:extLst>
          </p:cNvPr>
          <p:cNvSpPr txBox="1"/>
          <p:nvPr/>
        </p:nvSpPr>
        <p:spPr>
          <a:xfrm>
            <a:off x="8227143" y="5384446"/>
            <a:ext cx="113800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Gurasu</a:t>
            </a:r>
            <a:endParaRPr kumimoji="1" lang="ja-JP" altLang="en-US" sz="2400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EA4ED0A-E949-7D1A-51F2-839C5A2D0D13}"/>
              </a:ext>
            </a:extLst>
          </p:cNvPr>
          <p:cNvSpPr txBox="1"/>
          <p:nvPr/>
        </p:nvSpPr>
        <p:spPr>
          <a:xfrm>
            <a:off x="8347411" y="6161124"/>
            <a:ext cx="1353256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(O)</a:t>
            </a:r>
            <a:r>
              <a:rPr kumimoji="1" lang="en-US" altLang="ja-JP" sz="2400" dirty="0" err="1"/>
              <a:t>hashi</a:t>
            </a:r>
            <a:endParaRPr kumimoji="1" lang="ja-JP" altLang="en-US" sz="2400" dirty="0"/>
          </a:p>
        </p:txBody>
      </p:sp>
      <p:sp>
        <p:nvSpPr>
          <p:cNvPr id="6" name="テキスト ボックス 19">
            <a:extLst>
              <a:ext uri="{FF2B5EF4-FFF2-40B4-BE49-F238E27FC236}">
                <a16:creationId xmlns:a16="http://schemas.microsoft.com/office/drawing/2014/main" id="{509C6C01-4928-88E0-8116-4C6A45D9292D}"/>
              </a:ext>
            </a:extLst>
          </p:cNvPr>
          <p:cNvSpPr txBox="1"/>
          <p:nvPr/>
        </p:nvSpPr>
        <p:spPr>
          <a:xfrm>
            <a:off x="8175261" y="4169381"/>
            <a:ext cx="135325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kumimoji="1" lang="ja-JP" alt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BA92C6-0EA6-D88D-285E-CB172AC1BB3D}"/>
              </a:ext>
            </a:extLst>
          </p:cNvPr>
          <p:cNvSpPr txBox="1"/>
          <p:nvPr/>
        </p:nvSpPr>
        <p:spPr>
          <a:xfrm>
            <a:off x="4146668" y="115340"/>
            <a:ext cx="6979796" cy="7078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th-TH" sz="4000" dirty="0"/>
              <a:t>ลองสันอาหาร เ</a:t>
            </a:r>
            <a:r>
              <a:rPr lang="th-TH" sz="4000" dirty="0" err="1"/>
              <a:t>ครื่อ</a:t>
            </a:r>
            <a:r>
              <a:rPr lang="th-TH" sz="4000" dirty="0"/>
              <a:t>งด</a:t>
            </a:r>
            <a:r>
              <a:rPr lang="th-TH" sz="4000" dirty="0" err="1"/>
              <a:t>ืม</a:t>
            </a:r>
            <a:r>
              <a:rPr lang="th-TH" sz="4000" dirty="0"/>
              <a:t> และ</a:t>
            </a:r>
            <a:r>
              <a:rPr lang="th-TH" sz="4000" dirty="0" err="1"/>
              <a:t>อืนๆ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62755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07C849-475C-8CDF-D4A1-E01B6453B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宿題　しゅくだい </a:t>
            </a:r>
            <a:r>
              <a:rPr kumimoji="1" lang="en-US" altLang="ja-JP" dirty="0" err="1"/>
              <a:t>shukudai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385D250-6C75-6A08-6A5F-567CBA2AD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939" y="1693173"/>
            <a:ext cx="9003890" cy="35961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dirty="0"/>
              <a:t>1. Review and question sheet (MS Form </a:t>
            </a:r>
            <a:r>
              <a:rPr lang="th-TH" altLang="ja-JP" dirty="0"/>
              <a:t>ในทีม</a:t>
            </a:r>
            <a:r>
              <a:rPr lang="en-US" altLang="ja-JP" dirty="0"/>
              <a:t>)</a:t>
            </a:r>
            <a:endParaRPr lang="th-TH" altLang="ja-JP" dirty="0"/>
          </a:p>
          <a:p>
            <a:pPr marL="0" indent="0">
              <a:buNone/>
            </a:pPr>
            <a:endParaRPr lang="th-TH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おつかれさまでした。 </a:t>
            </a:r>
            <a:r>
              <a:rPr kumimoji="1" lang="en-US" altLang="ja-JP" dirty="0" err="1"/>
              <a:t>Otsukare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samadeshita</a:t>
            </a:r>
            <a:r>
              <a:rPr kumimoji="1" lang="en-US" altLang="ja-JP" dirty="0"/>
              <a:t>.</a:t>
            </a:r>
            <a:endParaRPr kumimoji="1" lang="th-TH" altLang="ja-JP" dirty="0"/>
          </a:p>
          <a:p>
            <a:pPr marL="0" indent="0">
              <a:buNone/>
            </a:pPr>
            <a:r>
              <a:rPr lang="en-US" altLang="ja-JP" dirty="0" err="1"/>
              <a:t>Sensee</a:t>
            </a:r>
            <a:r>
              <a:rPr lang="en-US" altLang="ja-JP" dirty="0"/>
              <a:t> to, </a:t>
            </a:r>
            <a:r>
              <a:rPr lang="en-US" altLang="ja-JP" dirty="0" err="1"/>
              <a:t>Restoran</a:t>
            </a:r>
            <a:r>
              <a:rPr lang="en-US" altLang="ja-JP" dirty="0"/>
              <a:t> no </a:t>
            </a:r>
            <a:r>
              <a:rPr lang="en-US" altLang="ja-JP" dirty="0" err="1"/>
              <a:t>kaiwa</a:t>
            </a:r>
            <a:r>
              <a:rPr lang="en-US" altLang="ja-JP" dirty="0"/>
              <a:t> o shite, </a:t>
            </a:r>
            <a:r>
              <a:rPr lang="en-US" altLang="ja-JP" dirty="0" err="1"/>
              <a:t>kaerimashoo</a:t>
            </a:r>
            <a:r>
              <a:rPr lang="en-US" altLang="ja-JP" dirty="0"/>
              <a:t>.</a:t>
            </a:r>
            <a:endParaRPr kumimoji="1" lang="th-TH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CED2A3E-A66D-AFE7-4D65-53F6E08F4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E32-B65A-4821-93BE-E80F488A5D3D}" type="slidenum">
              <a:rPr kumimoji="1" lang="ja-JP" altLang="en-US" smtClean="0"/>
              <a:t>13</a:t>
            </a:fld>
            <a:endParaRPr kumimoji="1" lang="ja-JP" altLang="en-US"/>
          </a:p>
        </p:txBody>
      </p:sp>
      <p:pic>
        <p:nvPicPr>
          <p:cNvPr id="1026" name="Picture 2" descr="positive red arrow presentation">
            <a:extLst>
              <a:ext uri="{FF2B5EF4-FFF2-40B4-BE49-F238E27FC236}">
                <a16:creationId xmlns:a16="http://schemas.microsoft.com/office/drawing/2014/main" id="{B57EDA69-C820-D6A0-5784-64498CEF37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9567" y="592765"/>
            <a:ext cx="2195845" cy="2195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tmoji Image">
            <a:extLst>
              <a:ext uri="{FF2B5EF4-FFF2-40B4-BE49-F238E27FC236}">
                <a16:creationId xmlns:a16="http://schemas.microsoft.com/office/drawing/2014/main" id="{CDDBB776-FFAA-A5F4-EF9F-9764EAFF1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050" y="3824748"/>
            <a:ext cx="3033252" cy="3033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9536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Tahoma"/>
        <a:ea typeface="UD Digi Kyokasho N-B"/>
        <a:cs typeface="Tahoma"/>
      </a:majorFont>
      <a:minorFont>
        <a:latin typeface="Tahoma"/>
        <a:ea typeface="UD Digi Kyokasho N-B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เอกสาร" ma:contentTypeID="0x010100593C16017DD1F1439642FE87AF0FF5A8" ma:contentTypeVersion="3" ma:contentTypeDescription="สร้างเอกสารใหม่" ma:contentTypeScope="" ma:versionID="704f88075a81c78f430291dc1a49267a">
  <xsd:schema xmlns:xsd="http://www.w3.org/2001/XMLSchema" xmlns:xs="http://www.w3.org/2001/XMLSchema" xmlns:p="http://schemas.microsoft.com/office/2006/metadata/properties" xmlns:ns2="b688275c-64d9-42a2-8dd7-0304ba67bd76" targetNamespace="http://schemas.microsoft.com/office/2006/metadata/properties" ma:root="true" ma:fieldsID="f1a68bcb13ace03806566a3be140d610" ns2:_="">
    <xsd:import namespace="b688275c-64d9-42a2-8dd7-0304ba67bd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88275c-64d9-42a2-8dd7-0304ba67bd7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ชนิดเนื้อหา"/>
        <xsd:element ref="dc:title" minOccurs="0" maxOccurs="1" ma:index="4" ma:displayName="ชื่อเรื่อง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655A33E-1355-46C3-8EFA-72B6A808092D}">
  <ds:schemaRefs>
    <ds:schemaRef ds:uri="http://schemas.microsoft.com/office/2006/metadata/properties"/>
    <ds:schemaRef ds:uri="http://www.w3.org/2000/xmlns/"/>
  </ds:schemaRefs>
</ds:datastoreItem>
</file>

<file path=customXml/itemProps2.xml><?xml version="1.0" encoding="utf-8"?>
<ds:datastoreItem xmlns:ds="http://schemas.openxmlformats.org/officeDocument/2006/customXml" ds:itemID="{FA690C86-D56F-49A0-8F1F-FA13FDE98B3A}"/>
</file>

<file path=customXml/itemProps3.xml><?xml version="1.0" encoding="utf-8"?>
<ds:datastoreItem xmlns:ds="http://schemas.openxmlformats.org/officeDocument/2006/customXml" ds:itemID="{92461492-79ED-42A1-83EE-F5FCBBD8F54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392</Words>
  <Application>Microsoft Office PowerPoint</Application>
  <PresentationFormat>แบบจอกว้าง</PresentationFormat>
  <Paragraphs>73</Paragraphs>
  <Slides>13</Slides>
  <Notes>1</Notes>
  <HiddenSlides>0</HiddenSlides>
  <MMClips>1</MMClips>
  <ScaleCrop>false</ScaleCrop>
  <HeadingPairs>
    <vt:vector size="4" baseType="variant"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13</vt:i4>
      </vt:variant>
    </vt:vector>
  </HeadingPairs>
  <TitlesOfParts>
    <vt:vector size="14" baseType="lpstr">
      <vt:lpstr>Office テーマ</vt:lpstr>
      <vt:lpstr>～ています。</vt:lpstr>
      <vt:lpstr>～ています。 ~te imasu.</vt:lpstr>
      <vt:lpstr>～ています。 ~te imasu.</vt:lpstr>
      <vt:lpstr>～ています。 ~te imasu.</vt:lpstr>
      <vt:lpstr>～ています。 ~te imasu.</vt:lpstr>
      <vt:lpstr>～ています。 ~te imasu.</vt:lpstr>
      <vt:lpstr>レストラン  restaurant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宿題　しゅくだい shukudai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KANETA Yuichiro</dc:creator>
  <cp:lastModifiedBy>ศรัณย์ ดาวเรือง</cp:lastModifiedBy>
  <cp:revision>4</cp:revision>
  <dcterms:created xsi:type="dcterms:W3CDTF">2021-10-21T07:29:40Z</dcterms:created>
  <dcterms:modified xsi:type="dcterms:W3CDTF">2026-02-04T06:37:19Z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0x010100593C16017DD1F1439642FE87AF0FF5A8</vt:lpwstr>
  </property>
  <property fmtid="{D5CDD505-2E9C-101B-9397-08002B2CF9AE}" pid="3" name="MediaServiceImageTags">
    <vt:lpwstr/>
  </property>
</Properties>
</file>