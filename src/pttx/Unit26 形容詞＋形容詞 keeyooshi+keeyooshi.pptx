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57" r:id="rId8"/>
    <p:sldId id="260" r:id="rId9"/>
    <p:sldId id="261" r:id="rId10"/>
    <p:sldId id="263" r:id="rId11"/>
    <p:sldId id="262" r:id="rId12"/>
    <p:sldId id="264" r:id="rId13"/>
    <p:sldId id="265" r:id="rId14"/>
    <p:sldId id="485" r:id="rId15"/>
    <p:sldId id="484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64" d="100"/>
          <a:sy n="64" d="100"/>
        </p:scale>
        <p:origin x="77" y="6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ro Kaneta" userId="f4aa7166-965a-4d82-a20e-c3b29afff24a" providerId="ADAL" clId="{8DFD2C48-95DC-4EC2-B7DD-8D3C1219DF32}"/>
    <pc:docChg chg="custSel modSld">
      <pc:chgData name="Yuichiro Kaneta" userId="f4aa7166-965a-4d82-a20e-c3b29afff24a" providerId="ADAL" clId="{8DFD2C48-95DC-4EC2-B7DD-8D3C1219DF32}" dt="2026-02-25T06:51:07.256" v="99" actId="20577"/>
      <pc:docMkLst>
        <pc:docMk/>
      </pc:docMkLst>
      <pc:sldChg chg="modSp mod">
        <pc:chgData name="Yuichiro Kaneta" userId="f4aa7166-965a-4d82-a20e-c3b29afff24a" providerId="ADAL" clId="{8DFD2C48-95DC-4EC2-B7DD-8D3C1219DF32}" dt="2026-02-25T06:51:07.256" v="99" actId="20577"/>
        <pc:sldMkLst>
          <pc:docMk/>
          <pc:sldMk cId="2238786819" sldId="485"/>
        </pc:sldMkLst>
        <pc:spChg chg="mod">
          <ac:chgData name="Yuichiro Kaneta" userId="f4aa7166-965a-4d82-a20e-c3b29afff24a" providerId="ADAL" clId="{8DFD2C48-95DC-4EC2-B7DD-8D3C1219DF32}" dt="2026-02-25T06:51:07.256" v="99" actId="20577"/>
          <ac:spMkLst>
            <pc:docMk/>
            <pc:sldMk cId="2238786819" sldId="485"/>
            <ac:spMk id="3" creationId="{E93C542E-BB2E-87D5-D01D-8B8CB0F87E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BFE7FD-23A7-4BD8-9219-832BF27C7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401D6F-A50B-40C5-AFE6-792911DDB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BFF914-15DD-4140-B5BD-69347A28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EC1F5A-689C-4F56-83A0-B6156E6B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A62423-7AA4-41FD-A02A-23869524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39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493C2-EA1A-43DE-9184-7929C90B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4D2DEC-376D-4837-BF43-D4FECF10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43E309-3FFB-4FB2-9F99-62A8F41E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DF72A2-6BB4-4555-90C8-1636A8D8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3D2ECD-B834-4C8E-90E3-901B9B54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75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1F7445-B670-468F-BB23-49632DCA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9D751B-5AD4-4A34-85E7-6ADEC8D9B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B356EC-4D7A-457E-9293-019BF340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0B0A11-A3DA-4AED-A2CA-2A87D8DF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D0F61D-FA2A-46E0-B519-D87B4ECA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86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94BB7-496E-4495-8EDC-B2103202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B5B15-21FF-4933-A410-F444DE9C6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3B940A-3131-4ADA-982D-EA2EC44E6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AED100-02D6-490F-A876-96A8DA45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0D543C-BFA0-4F04-B6FF-3A079F82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AF35A2-632C-4492-98C7-E1AA273C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90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D8613C-12EC-4F3E-BB45-42E2BE6A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CF5676-827E-45F8-B022-A7CD499C4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34B00A-EB6C-43AD-8369-987C04F4A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88246A-6E07-4ABD-A9BF-66A276D17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1D90B3-B850-4001-AE53-8C7DEAA9D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3D9AFB-9355-4F19-B5F0-62C9C957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78F4DE-B255-4708-AEAE-E6B27EB9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D2DC58B-B902-41D7-A4B4-F14154EC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89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D5290-39BF-4C50-A94F-C4C04002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E583C7-317F-40B9-9D6A-FE0A1666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E713C8-074D-4CE3-A49D-928B3CA2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EB3E9C-1B62-4A6A-B2E3-27BA88D5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12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D9A876-0BFF-4AEF-A3EA-13C844C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073088-1F41-4C9D-AE1B-436577CB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1FD875-8D51-4C06-9EE0-90A2498E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76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61146-CB5F-4C6F-8305-550C9D77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F24412-32E3-4FE6-B7D6-472A1B6FA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1C3C83-C5E5-46CB-8373-1380DEB49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936FA-9A8C-4021-9FB9-2233EAB2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0B1603-BD58-41F4-9B49-2832A332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74C6C3-A63A-47E7-9D3A-02A3B231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08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13CE8-A807-48AB-9BC1-4659DEA9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4D09C3-723C-4D7C-A481-9C31FBC1F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A4E469-0891-4470-ACE3-97E339271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9BAD9D-93E1-4F3C-A3AA-D60CE415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6E2C78-82CF-41B2-B2C0-8E5F17A6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2AF5D3-CAAE-4C08-82A4-5FDD1620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13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347CD6-1BF8-4BDA-BE3F-B6FEF7EF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564314-F51B-43EA-9BC5-C0D5EADF0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A31671-9A7D-405B-B319-DCC761B8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326D5-EA70-43A3-88B1-14968780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ECF63A-3E7D-4A6B-BE77-7F628B60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84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4B08888-D1BC-441F-8724-BDA9ADA89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41095F-5A72-4331-A896-7E836A3AC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987D8B-2E7B-4024-A693-0052832C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B15EB5-8F3F-4757-A66A-42CA474B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DEC27F-E6EB-42B1-B757-CE701061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9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98F638-EB36-4411-A51D-810D8398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3CA0A7-1C53-4321-9AA1-C0CA3558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59718A-B0A9-4CF6-BAA7-04B8B8A64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5F09D-0690-4A81-9758-C011FC87DB9B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4D8C87-720D-4048-9849-4258ABD91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BDF33-BACB-43D2-903E-4B712A64C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E68A6-8A35-4F9F-9224-059B32982E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33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4A51B-37EF-438D-B0ED-8FEC252C3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692233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～い→～くて </a:t>
            </a:r>
            <a:br>
              <a:rPr lang="en-US" altLang="ja-JP" dirty="0"/>
            </a:br>
            <a:r>
              <a:rPr lang="en-US" altLang="ja-JP" dirty="0"/>
              <a:t>~</a:t>
            </a:r>
            <a:r>
              <a:rPr lang="en-US" altLang="ja-JP" dirty="0" err="1"/>
              <a:t>i</a:t>
            </a:r>
            <a:r>
              <a:rPr lang="ja-JP" altLang="en-US" dirty="0"/>
              <a:t>→</a:t>
            </a:r>
            <a:r>
              <a:rPr lang="en-US" altLang="ja-JP" dirty="0"/>
              <a:t>~</a:t>
            </a:r>
            <a:r>
              <a:rPr lang="en-US" altLang="ja-JP" dirty="0" err="1"/>
              <a:t>kute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~</a:t>
            </a:r>
            <a:r>
              <a:rPr lang="ja-JP" altLang="en-US" dirty="0"/>
              <a:t>な→～で</a:t>
            </a:r>
            <a:br>
              <a:rPr lang="en-US" altLang="ja-JP" dirty="0"/>
            </a:br>
            <a:r>
              <a:rPr lang="en-US" altLang="ja-JP" dirty="0"/>
              <a:t>~</a:t>
            </a:r>
            <a:r>
              <a:rPr lang="en-US" altLang="ja-JP" dirty="0" err="1"/>
              <a:t>na</a:t>
            </a:r>
            <a:r>
              <a:rPr lang="ja-JP" altLang="en-US" dirty="0"/>
              <a:t>→</a:t>
            </a:r>
            <a:r>
              <a:rPr lang="en-US" altLang="ja-JP" dirty="0"/>
              <a:t>~de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D9EDB8-772B-4A8C-A81E-7F6459F08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51714"/>
            <a:ext cx="9144000" cy="1208314"/>
          </a:xfrm>
        </p:spPr>
        <p:txBody>
          <a:bodyPr/>
          <a:lstStyle/>
          <a:p>
            <a:pPr algn="r"/>
            <a:r>
              <a:rPr kumimoji="1" lang="en-US" altLang="ja-JP" dirty="0"/>
              <a:t>RMUTT</a:t>
            </a:r>
          </a:p>
          <a:p>
            <a:pPr algn="r"/>
            <a:r>
              <a:rPr lang="ja-JP" altLang="en-US" dirty="0"/>
              <a:t>金田雄一郎 </a:t>
            </a:r>
            <a:r>
              <a:rPr lang="en-US" altLang="ja-JP" dirty="0"/>
              <a:t>KANETA Yuichiro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869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u="sng" dirty="0"/>
              <a:t>い けいようし  </a:t>
            </a:r>
            <a:r>
              <a:rPr kumimoji="1" lang="en-US" altLang="ja-JP" u="sng" dirty="0"/>
              <a:t>I adjective</a:t>
            </a:r>
            <a:r>
              <a:rPr kumimoji="1" lang="th-TH" altLang="ja-JP" u="sng" dirty="0"/>
              <a:t> คำคุณศัพท์ </a:t>
            </a:r>
            <a:r>
              <a:rPr lang="en-US" altLang="ja-JP" u="sng" dirty="0"/>
              <a:t>I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04380" cy="4351338"/>
          </a:xfrm>
        </p:spPr>
        <p:txBody>
          <a:bodyPr/>
          <a:lstStyle/>
          <a:p>
            <a:r>
              <a:rPr kumimoji="1" lang="ja-JP" altLang="en-US" dirty="0"/>
              <a:t>おいしい</a:t>
            </a:r>
            <a:r>
              <a:rPr lang="en-US" altLang="ja-JP" dirty="0"/>
              <a:t>		</a:t>
            </a:r>
            <a:r>
              <a:rPr lang="en-US" altLang="ja-JP" dirty="0" err="1"/>
              <a:t>oishii</a:t>
            </a:r>
            <a:r>
              <a:rPr lang="en-US" altLang="ja-JP" dirty="0"/>
              <a:t>		</a:t>
            </a:r>
            <a:r>
              <a:rPr lang="th-TH" altLang="ja-JP" dirty="0"/>
              <a:t>อร่อย</a:t>
            </a:r>
            <a:endParaRPr kumimoji="1" lang="en-US" altLang="ja-JP" dirty="0"/>
          </a:p>
          <a:p>
            <a:r>
              <a:rPr lang="ja-JP" altLang="en-US" dirty="0"/>
              <a:t>かわいい</a:t>
            </a:r>
            <a:r>
              <a:rPr lang="en-US" altLang="ja-JP" dirty="0"/>
              <a:t>		kawaii	</a:t>
            </a:r>
            <a:r>
              <a:rPr lang="th-TH" altLang="ja-JP" dirty="0"/>
              <a:t>น่ารัก</a:t>
            </a:r>
            <a:endParaRPr lang="en-US" altLang="ja-JP" dirty="0"/>
          </a:p>
          <a:p>
            <a:r>
              <a:rPr lang="ja-JP" altLang="en-US" dirty="0"/>
              <a:t>かっこいい</a:t>
            </a:r>
            <a:r>
              <a:rPr lang="en-US" altLang="ja-JP" dirty="0"/>
              <a:t>	</a:t>
            </a:r>
            <a:r>
              <a:rPr lang="en-US" altLang="ja-JP" dirty="0" err="1"/>
              <a:t>kakkoii</a:t>
            </a:r>
            <a:r>
              <a:rPr lang="en-US" altLang="ja-JP" dirty="0"/>
              <a:t>	</a:t>
            </a:r>
            <a:r>
              <a:rPr lang="th-TH" altLang="ja-JP" dirty="0"/>
              <a:t> หล่อ</a:t>
            </a:r>
            <a:endParaRPr lang="en-US" altLang="ja-JP" dirty="0"/>
          </a:p>
          <a:p>
            <a:r>
              <a:rPr lang="ja-JP" altLang="en-US" dirty="0"/>
              <a:t>おもしろい</a:t>
            </a:r>
            <a:r>
              <a:rPr lang="en-US" altLang="ja-JP" dirty="0"/>
              <a:t>	</a:t>
            </a:r>
            <a:r>
              <a:rPr lang="en-US" altLang="ja-JP" dirty="0" err="1"/>
              <a:t>omoshiroi</a:t>
            </a:r>
            <a:r>
              <a:rPr lang="th-TH" altLang="ja-JP" dirty="0"/>
              <a:t>	ตลก, น่าสนใจ</a:t>
            </a:r>
            <a:endParaRPr lang="en-US" altLang="ja-JP" dirty="0"/>
          </a:p>
          <a:p>
            <a:r>
              <a:rPr kumimoji="1" lang="ja-JP" altLang="en-US" dirty="0"/>
              <a:t>からい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karai</a:t>
            </a:r>
            <a:r>
              <a:rPr kumimoji="1" lang="en-US" altLang="ja-JP" dirty="0"/>
              <a:t>		</a:t>
            </a:r>
            <a:r>
              <a:rPr lang="th-TH" altLang="ja-JP" dirty="0"/>
              <a:t> เผ็ด </a:t>
            </a:r>
            <a:endParaRPr kumimoji="1" lang="en-US" altLang="ja-JP" dirty="0"/>
          </a:p>
          <a:p>
            <a:r>
              <a:rPr lang="ja-JP" altLang="en-US" dirty="0"/>
              <a:t>あまい</a:t>
            </a:r>
            <a:r>
              <a:rPr lang="en-US" altLang="ja-JP" dirty="0"/>
              <a:t>		</a:t>
            </a:r>
            <a:r>
              <a:rPr lang="en-US" altLang="ja-JP" dirty="0" err="1"/>
              <a:t>amai</a:t>
            </a:r>
            <a:r>
              <a:rPr lang="en-US" altLang="ja-JP" dirty="0"/>
              <a:t>		</a:t>
            </a:r>
            <a:r>
              <a:rPr lang="th-TH" altLang="ja-JP" dirty="0"/>
              <a:t> หวาน</a:t>
            </a:r>
            <a:endParaRPr kumimoji="1" lang="en-US" altLang="ja-JP" dirty="0"/>
          </a:p>
          <a:p>
            <a:r>
              <a:rPr lang="ja-JP" altLang="en-US" dirty="0"/>
              <a:t>すっぱい</a:t>
            </a:r>
            <a:r>
              <a:rPr lang="en-US" altLang="ja-JP" dirty="0"/>
              <a:t>		</a:t>
            </a:r>
            <a:r>
              <a:rPr lang="en-US" altLang="ja-JP" dirty="0" err="1"/>
              <a:t>suppai</a:t>
            </a:r>
            <a:r>
              <a:rPr lang="en-US" altLang="ja-JP" dirty="0"/>
              <a:t>	</a:t>
            </a:r>
            <a:r>
              <a:rPr lang="th-TH" altLang="ja-JP" dirty="0"/>
              <a:t> เปรี้ยว</a:t>
            </a:r>
            <a:endParaRPr lang="en-US" altLang="ja-JP" dirty="0"/>
          </a:p>
          <a:p>
            <a:r>
              <a:rPr lang="ja-JP" altLang="en-US" dirty="0"/>
              <a:t>あかい</a:t>
            </a:r>
            <a:r>
              <a:rPr lang="en-US" altLang="ja-JP" dirty="0"/>
              <a:t>		</a:t>
            </a:r>
            <a:r>
              <a:rPr lang="en-US" altLang="ja-JP" dirty="0" err="1"/>
              <a:t>akai</a:t>
            </a:r>
            <a:r>
              <a:rPr lang="en-US" altLang="ja-JP" dirty="0"/>
              <a:t>		</a:t>
            </a:r>
            <a:r>
              <a:rPr lang="th-TH" altLang="ja-JP" dirty="0"/>
              <a:t> แดง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5275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u="sng" dirty="0"/>
              <a:t>い けいようし  </a:t>
            </a:r>
            <a:r>
              <a:rPr kumimoji="1" lang="en-US" altLang="ja-JP" u="sng" dirty="0"/>
              <a:t>I adjective</a:t>
            </a:r>
            <a:r>
              <a:rPr kumimoji="1" lang="th-TH" altLang="ja-JP" u="sng" dirty="0"/>
              <a:t> คำคุณศัพท์ </a:t>
            </a:r>
            <a:r>
              <a:rPr lang="en-US" altLang="ja-JP" u="sng" dirty="0"/>
              <a:t>I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043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りんごは、おいしい</a:t>
            </a:r>
            <a:r>
              <a:rPr kumimoji="1" lang="en-US" altLang="ja-JP" dirty="0"/>
              <a:t> </a:t>
            </a:r>
            <a:r>
              <a:rPr lang="ja-JP" altLang="en-US" dirty="0"/>
              <a:t>です。</a:t>
            </a:r>
            <a:r>
              <a:rPr lang="en-US" altLang="ja-JP" dirty="0"/>
              <a:t>	</a:t>
            </a:r>
          </a:p>
          <a:p>
            <a:pPr marL="0" indent="0">
              <a:buNone/>
            </a:pPr>
            <a:r>
              <a:rPr lang="en-US" altLang="ja-JP" dirty="0"/>
              <a:t>Ringo </a:t>
            </a:r>
            <a:r>
              <a:rPr lang="en-US" altLang="ja-JP" dirty="0" err="1"/>
              <a:t>wa</a:t>
            </a:r>
            <a:r>
              <a:rPr lang="en-US" altLang="ja-JP" dirty="0"/>
              <a:t>, </a:t>
            </a:r>
            <a:r>
              <a:rPr lang="en-US" altLang="ja-JP" dirty="0" err="1"/>
              <a:t>oishii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はなこさんは、</a:t>
            </a:r>
            <a:r>
              <a:rPr lang="ja-JP" altLang="en-US" dirty="0"/>
              <a:t>おもしろい</a:t>
            </a:r>
            <a:r>
              <a:rPr kumimoji="1" lang="ja-JP" altLang="en-US" dirty="0"/>
              <a:t>です。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Hanako </a:t>
            </a:r>
            <a:r>
              <a:rPr kumimoji="1" lang="en-US" altLang="ja-JP" dirty="0" err="1"/>
              <a:t>san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wa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omoshiroi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</a:t>
            </a:r>
            <a:r>
              <a:rPr kumimoji="1" lang="en-US" altLang="ja-JP" dirty="0"/>
              <a:t>.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トムヤムクンは、すっぱいです。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Tomuyamukun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wa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suppai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</a:t>
            </a:r>
            <a:r>
              <a:rPr kumimoji="1" lang="en-US" altLang="ja-JP" dirty="0"/>
              <a:t>.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4407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ja-JP" altLang="en-US" dirty="0"/>
              <a:t>りんごは、 あま</a:t>
            </a:r>
            <a:r>
              <a:rPr lang="ja-JP" altLang="en-US" dirty="0">
                <a:solidFill>
                  <a:srgbClr val="FF0000"/>
                </a:solidFill>
              </a:rPr>
              <a:t>くて</a:t>
            </a:r>
            <a:r>
              <a:rPr lang="ja-JP" altLang="en-US" dirty="0"/>
              <a:t>おいしいです。</a:t>
            </a:r>
            <a:br>
              <a:rPr lang="en-US" altLang="ja-JP" dirty="0"/>
            </a:br>
            <a:r>
              <a:rPr lang="en-US" altLang="ja-JP" dirty="0" err="1"/>
              <a:t>ringo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, </a:t>
            </a:r>
            <a:r>
              <a:rPr lang="en-US" altLang="ja-JP" dirty="0" err="1"/>
              <a:t>ama</a:t>
            </a:r>
            <a:r>
              <a:rPr lang="en-US" altLang="ja-JP" dirty="0" err="1">
                <a:solidFill>
                  <a:srgbClr val="FF0000"/>
                </a:solidFill>
              </a:rPr>
              <a:t>kute</a:t>
            </a:r>
            <a:r>
              <a:rPr lang="en-US" altLang="ja-JP" dirty="0"/>
              <a:t> </a:t>
            </a:r>
            <a:r>
              <a:rPr lang="en-US" altLang="ja-JP" dirty="0" err="1"/>
              <a:t>oishii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 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はなこさんは、（かわいい</a:t>
            </a:r>
            <a:r>
              <a:rPr lang="ja-JP" altLang="en-US" dirty="0"/>
              <a:t>→？？？</a:t>
            </a:r>
            <a:r>
              <a:rPr kumimoji="1" lang="ja-JP" altLang="en-US" dirty="0"/>
              <a:t>）</a:t>
            </a:r>
            <a:r>
              <a:rPr lang="ja-JP" altLang="en-US" dirty="0"/>
              <a:t>おもしろい</a:t>
            </a:r>
            <a:r>
              <a:rPr kumimoji="1" lang="ja-JP" altLang="en-US" dirty="0"/>
              <a:t>です。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Hanako </a:t>
            </a:r>
            <a:r>
              <a:rPr lang="en-US" altLang="ja-JP" dirty="0" err="1"/>
              <a:t>san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,  (kawaii</a:t>
            </a:r>
            <a:r>
              <a:rPr lang="ja-JP" altLang="en-US" dirty="0"/>
              <a:t>→？？？</a:t>
            </a:r>
            <a:r>
              <a:rPr lang="en-US" altLang="ja-JP" dirty="0"/>
              <a:t>) </a:t>
            </a:r>
            <a:r>
              <a:rPr lang="en-US" altLang="ja-JP" dirty="0" err="1"/>
              <a:t>omoshiroi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</a:p>
          <a:p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トムヤムクンは、</a:t>
            </a:r>
            <a:r>
              <a:rPr kumimoji="1" lang="en-US" altLang="ja-JP" dirty="0"/>
              <a:t>(</a:t>
            </a:r>
            <a:r>
              <a:rPr kumimoji="1" lang="ja-JP" altLang="en-US" dirty="0"/>
              <a:t>からい→？？？</a:t>
            </a:r>
            <a:r>
              <a:rPr kumimoji="1" lang="en-US" altLang="ja-JP" dirty="0"/>
              <a:t>) </a:t>
            </a:r>
            <a:r>
              <a:rPr kumimoji="1" lang="ja-JP" altLang="en-US" dirty="0"/>
              <a:t>すっぱいです。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 err="1"/>
              <a:t>Tomuyamukun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, (</a:t>
            </a:r>
            <a:r>
              <a:rPr lang="en-US" altLang="ja-JP" dirty="0" err="1"/>
              <a:t>karai</a:t>
            </a:r>
            <a:r>
              <a:rPr lang="ja-JP" altLang="en-US" dirty="0"/>
              <a:t>→？？？</a:t>
            </a:r>
            <a:r>
              <a:rPr lang="en-US" altLang="ja-JP" dirty="0"/>
              <a:t>) </a:t>
            </a:r>
            <a:r>
              <a:rPr lang="en-US" altLang="ja-JP" dirty="0" err="1"/>
              <a:t>suppaidesu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5067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u="sng" dirty="0"/>
              <a:t>いってみよう！</a:t>
            </a:r>
            <a:r>
              <a:rPr kumimoji="1" lang="th-TH" altLang="ja-JP" u="sng" dirty="0"/>
              <a:t>ลองพูดดู</a:t>
            </a:r>
            <a:br>
              <a:rPr kumimoji="1" lang="th-TH" altLang="ja-JP" u="sng" dirty="0"/>
            </a:br>
            <a:r>
              <a:rPr kumimoji="1" lang="en-US" altLang="ja-JP" u="sng" dirty="0"/>
              <a:t>~</a:t>
            </a:r>
            <a:r>
              <a:rPr kumimoji="1" lang="ja-JP" altLang="en-US" u="sng" dirty="0"/>
              <a:t>は、～くて、～です。</a:t>
            </a:r>
            <a:r>
              <a:rPr kumimoji="1" lang="en-US" altLang="ja-JP" u="sng" dirty="0"/>
              <a:t>~</a:t>
            </a:r>
            <a:r>
              <a:rPr kumimoji="1" lang="en-US" altLang="ja-JP" u="sng" dirty="0" err="1"/>
              <a:t>wa</a:t>
            </a:r>
            <a:r>
              <a:rPr kumimoji="1" lang="en-US" altLang="ja-JP" u="sng" dirty="0"/>
              <a:t>, ~</a:t>
            </a:r>
            <a:r>
              <a:rPr kumimoji="1" lang="en-US" altLang="ja-JP" u="sng" dirty="0" err="1"/>
              <a:t>kute</a:t>
            </a:r>
            <a:r>
              <a:rPr kumimoji="1" lang="en-US" altLang="ja-JP" u="sng" dirty="0"/>
              <a:t> ~</a:t>
            </a:r>
            <a:r>
              <a:rPr kumimoji="1" lang="en-US" altLang="ja-JP" u="sng" dirty="0" err="1"/>
              <a:t>desu</a:t>
            </a:r>
            <a:r>
              <a:rPr kumimoji="1" lang="en-US" altLang="ja-JP" u="sng" dirty="0"/>
              <a:t>.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04380" cy="4351338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かわいい</a:t>
            </a:r>
            <a:r>
              <a:rPr lang="en-US" altLang="ja-JP" dirty="0"/>
              <a:t>		kawaii	</a:t>
            </a:r>
            <a:r>
              <a:rPr lang="th-TH" altLang="ja-JP" dirty="0"/>
              <a:t>น่ารัก</a:t>
            </a:r>
            <a:endParaRPr lang="en-US" altLang="ja-JP" dirty="0"/>
          </a:p>
          <a:p>
            <a:r>
              <a:rPr lang="ja-JP" altLang="en-US" dirty="0"/>
              <a:t>かっこいい</a:t>
            </a:r>
            <a:r>
              <a:rPr lang="en-US" altLang="ja-JP" dirty="0"/>
              <a:t>	</a:t>
            </a:r>
            <a:r>
              <a:rPr lang="en-US" altLang="ja-JP" dirty="0" err="1"/>
              <a:t>kakkoii</a:t>
            </a:r>
            <a:r>
              <a:rPr lang="en-US" altLang="ja-JP" dirty="0"/>
              <a:t>	</a:t>
            </a:r>
            <a:r>
              <a:rPr lang="th-TH" altLang="ja-JP" dirty="0"/>
              <a:t> หล่อ</a:t>
            </a:r>
            <a:endParaRPr lang="en-US" altLang="ja-JP" dirty="0"/>
          </a:p>
          <a:p>
            <a:r>
              <a:rPr lang="ja-JP" altLang="en-US" dirty="0"/>
              <a:t>おもしろい</a:t>
            </a:r>
            <a:r>
              <a:rPr lang="en-US" altLang="ja-JP" dirty="0"/>
              <a:t>	</a:t>
            </a:r>
            <a:r>
              <a:rPr lang="en-US" altLang="ja-JP" dirty="0" err="1"/>
              <a:t>omoshiroi</a:t>
            </a:r>
            <a:r>
              <a:rPr lang="th-TH" altLang="ja-JP" dirty="0"/>
              <a:t>	ตลก, น่าสนใจ</a:t>
            </a:r>
            <a:endParaRPr lang="en-US" altLang="ja-JP" dirty="0"/>
          </a:p>
          <a:p>
            <a:r>
              <a:rPr lang="ja-JP" altLang="en-US" dirty="0"/>
              <a:t>やさしい</a:t>
            </a:r>
            <a:r>
              <a:rPr lang="en-US" altLang="ja-JP" dirty="0"/>
              <a:t>		</a:t>
            </a:r>
            <a:r>
              <a:rPr lang="en-US" altLang="ja-JP" dirty="0" err="1"/>
              <a:t>yasashii</a:t>
            </a:r>
            <a:r>
              <a:rPr lang="en-US" altLang="ja-JP" dirty="0"/>
              <a:t>	</a:t>
            </a:r>
            <a:r>
              <a:rPr lang="th-TH" altLang="ja-JP" dirty="0"/>
              <a:t>ใจดี</a:t>
            </a:r>
            <a:endParaRPr kumimoji="1" lang="th-TH" altLang="ja-JP" dirty="0"/>
          </a:p>
          <a:p>
            <a:r>
              <a:rPr kumimoji="1" lang="ja-JP" altLang="en-US" dirty="0"/>
              <a:t>からい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karai</a:t>
            </a:r>
            <a:r>
              <a:rPr kumimoji="1" lang="en-US" altLang="ja-JP" dirty="0"/>
              <a:t>		</a:t>
            </a:r>
            <a:r>
              <a:rPr lang="th-TH" altLang="ja-JP" dirty="0"/>
              <a:t> เผ็ด </a:t>
            </a:r>
            <a:endParaRPr kumimoji="1" lang="en-US" altLang="ja-JP" dirty="0"/>
          </a:p>
          <a:p>
            <a:r>
              <a:rPr lang="ja-JP" altLang="en-US" dirty="0"/>
              <a:t>あまい</a:t>
            </a:r>
            <a:r>
              <a:rPr lang="en-US" altLang="ja-JP" dirty="0"/>
              <a:t>		</a:t>
            </a:r>
            <a:r>
              <a:rPr lang="en-US" altLang="ja-JP" dirty="0" err="1"/>
              <a:t>amai</a:t>
            </a:r>
            <a:r>
              <a:rPr lang="en-US" altLang="ja-JP" dirty="0"/>
              <a:t>		</a:t>
            </a:r>
            <a:r>
              <a:rPr lang="th-TH" altLang="ja-JP" dirty="0"/>
              <a:t> หวาน</a:t>
            </a:r>
            <a:endParaRPr kumimoji="1" lang="en-US" altLang="ja-JP" dirty="0"/>
          </a:p>
          <a:p>
            <a:r>
              <a:rPr lang="ja-JP" altLang="en-US" dirty="0"/>
              <a:t>すっぱい</a:t>
            </a:r>
            <a:r>
              <a:rPr lang="en-US" altLang="ja-JP" dirty="0"/>
              <a:t>		</a:t>
            </a:r>
            <a:r>
              <a:rPr lang="en-US" altLang="ja-JP" dirty="0" err="1"/>
              <a:t>suppai</a:t>
            </a:r>
            <a:r>
              <a:rPr lang="en-US" altLang="ja-JP" dirty="0"/>
              <a:t>	</a:t>
            </a:r>
            <a:r>
              <a:rPr lang="th-TH" altLang="ja-JP" dirty="0"/>
              <a:t> เปรี้ยว</a:t>
            </a:r>
            <a:endParaRPr lang="en-US" altLang="ja-JP" dirty="0"/>
          </a:p>
          <a:p>
            <a:r>
              <a:rPr lang="ja-JP" altLang="en-US" dirty="0"/>
              <a:t>あかい</a:t>
            </a:r>
            <a:r>
              <a:rPr lang="en-US" altLang="ja-JP" dirty="0"/>
              <a:t>		</a:t>
            </a:r>
            <a:r>
              <a:rPr lang="en-US" altLang="ja-JP" dirty="0" err="1"/>
              <a:t>akai</a:t>
            </a:r>
            <a:r>
              <a:rPr lang="en-US" altLang="ja-JP" dirty="0"/>
              <a:t>		</a:t>
            </a:r>
            <a:r>
              <a:rPr lang="th-TH" altLang="ja-JP" dirty="0"/>
              <a:t> แดง</a:t>
            </a:r>
            <a:endParaRPr lang="en-US" altLang="ja-JP" dirty="0"/>
          </a:p>
          <a:p>
            <a:r>
              <a:rPr kumimoji="1" lang="ja-JP" altLang="en-US" dirty="0"/>
              <a:t>おいしい</a:t>
            </a:r>
            <a:r>
              <a:rPr lang="en-US" altLang="ja-JP" dirty="0"/>
              <a:t>		</a:t>
            </a:r>
            <a:r>
              <a:rPr lang="en-US" altLang="ja-JP" dirty="0" err="1"/>
              <a:t>oishii</a:t>
            </a:r>
            <a:r>
              <a:rPr lang="en-US" altLang="ja-JP" dirty="0"/>
              <a:t>		</a:t>
            </a:r>
            <a:r>
              <a:rPr lang="th-TH" altLang="ja-JP" dirty="0"/>
              <a:t>อร่อย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75471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20" y="374455"/>
            <a:ext cx="10834396" cy="1325563"/>
          </a:xfrm>
        </p:spPr>
        <p:txBody>
          <a:bodyPr/>
          <a:lstStyle/>
          <a:p>
            <a:r>
              <a:rPr lang="ja-JP" altLang="en-US" u="sng" dirty="0"/>
              <a:t>な </a:t>
            </a:r>
            <a:r>
              <a:rPr kumimoji="1" lang="ja-JP" altLang="en-US" u="sng" dirty="0"/>
              <a:t>けいようし  </a:t>
            </a:r>
            <a:r>
              <a:rPr lang="en-US" altLang="ja-JP" u="sng" dirty="0"/>
              <a:t>Na</a:t>
            </a:r>
            <a:r>
              <a:rPr kumimoji="1" lang="en-US" altLang="ja-JP" u="sng" dirty="0"/>
              <a:t> adjective</a:t>
            </a:r>
            <a:r>
              <a:rPr kumimoji="1" lang="th-TH" altLang="ja-JP" u="sng" dirty="0"/>
              <a:t> คำคุณศัพท์ </a:t>
            </a:r>
            <a:r>
              <a:rPr kumimoji="1" lang="en-US" altLang="ja-JP" u="sng" dirty="0"/>
              <a:t>Na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48901" cy="4351338"/>
          </a:xfrm>
        </p:spPr>
        <p:txBody>
          <a:bodyPr>
            <a:normAutofit fontScale="92500"/>
          </a:bodyPr>
          <a:lstStyle/>
          <a:p>
            <a:r>
              <a:rPr lang="ja-JP" altLang="en-US" dirty="0"/>
              <a:t>きれいな</a:t>
            </a:r>
            <a:r>
              <a:rPr lang="en-US" altLang="ja-JP" dirty="0"/>
              <a:t>		</a:t>
            </a:r>
            <a:r>
              <a:rPr lang="en-US" altLang="ja-JP" dirty="0" err="1"/>
              <a:t>kireena</a:t>
            </a:r>
            <a:r>
              <a:rPr lang="en-US" altLang="ja-JP" dirty="0"/>
              <a:t>		</a:t>
            </a:r>
            <a:r>
              <a:rPr lang="th-TH" altLang="ja-JP" dirty="0"/>
              <a:t>สวย</a:t>
            </a:r>
          </a:p>
          <a:p>
            <a:r>
              <a:rPr kumimoji="1" lang="ja-JP" altLang="en-US" dirty="0"/>
              <a:t>ゆうめいな</a:t>
            </a:r>
            <a:r>
              <a:rPr kumimoji="1" lang="en-US" altLang="ja-JP" dirty="0"/>
              <a:t>	</a:t>
            </a:r>
            <a:r>
              <a:rPr kumimoji="1" lang="en-US" altLang="ja-JP" dirty="0" err="1"/>
              <a:t>yuumeena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มีชื่อเสียง</a:t>
            </a:r>
            <a:r>
              <a:rPr kumimoji="1" lang="en-US" altLang="ja-JP" dirty="0"/>
              <a:t>,</a:t>
            </a:r>
            <a:r>
              <a:rPr kumimoji="1" lang="th-TH" altLang="ja-JP" dirty="0"/>
              <a:t> ดัง</a:t>
            </a:r>
            <a:endParaRPr lang="en-US" altLang="ja-JP" dirty="0"/>
          </a:p>
          <a:p>
            <a:r>
              <a:rPr kumimoji="1" lang="ja-JP" altLang="en-US" dirty="0"/>
              <a:t>しずかな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shizukana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เงียบ</a:t>
            </a:r>
            <a:endParaRPr kumimoji="1" lang="en-US" altLang="ja-JP" dirty="0"/>
          </a:p>
          <a:p>
            <a:r>
              <a:rPr kumimoji="1" lang="ja-JP" altLang="en-US" dirty="0"/>
              <a:t>げんきな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genkina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ร่าเริง</a:t>
            </a:r>
            <a:r>
              <a:rPr lang="th-TH" altLang="ja-JP" dirty="0"/>
              <a:t>และ</a:t>
            </a:r>
            <a:r>
              <a:rPr kumimoji="1" lang="th-TH" altLang="ja-JP" dirty="0"/>
              <a:t>เขงแรง</a:t>
            </a:r>
            <a:endParaRPr kumimoji="1" lang="en-US" altLang="ja-JP" dirty="0"/>
          </a:p>
          <a:p>
            <a:r>
              <a:rPr lang="ja-JP" altLang="en-US" dirty="0"/>
              <a:t>～がじょうずな</a:t>
            </a:r>
            <a:r>
              <a:rPr lang="en-US" altLang="ja-JP" dirty="0"/>
              <a:t>	 ~ga </a:t>
            </a:r>
            <a:r>
              <a:rPr lang="en-US" altLang="ja-JP" dirty="0" err="1"/>
              <a:t>joozuna</a:t>
            </a:r>
            <a:r>
              <a:rPr lang="th-TH" altLang="ja-JP" dirty="0"/>
              <a:t>	</a:t>
            </a:r>
            <a:r>
              <a:rPr lang="en-US" altLang="ja-JP" dirty="0"/>
              <a:t>~</a:t>
            </a:r>
            <a:r>
              <a:rPr lang="th-TH" altLang="ja-JP" dirty="0"/>
              <a:t>เก่ง</a:t>
            </a:r>
            <a:endParaRPr lang="en-US" altLang="ja-JP" dirty="0"/>
          </a:p>
          <a:p>
            <a:r>
              <a:rPr kumimoji="1" lang="ja-JP" altLang="en-US" dirty="0"/>
              <a:t>～がすきな</a:t>
            </a:r>
            <a:r>
              <a:rPr kumimoji="1" lang="en-US" altLang="ja-JP" dirty="0"/>
              <a:t>	~ga </a:t>
            </a:r>
            <a:r>
              <a:rPr kumimoji="1" lang="en-US" altLang="ja-JP" dirty="0" err="1"/>
              <a:t>sukina</a:t>
            </a:r>
            <a:r>
              <a:rPr kumimoji="1" lang="th-TH" altLang="ja-JP" dirty="0"/>
              <a:t>		</a:t>
            </a:r>
            <a:r>
              <a:rPr lang="th-TH" altLang="ja-JP" dirty="0"/>
              <a:t>ชอบ</a:t>
            </a:r>
            <a:r>
              <a:rPr kumimoji="1" lang="en-US" altLang="ja-JP" dirty="0"/>
              <a:t>~</a:t>
            </a:r>
          </a:p>
          <a:p>
            <a:pPr marL="0" indent="0">
              <a:buNone/>
            </a:pPr>
            <a:endParaRPr kumimoji="1" lang="th-TH" altLang="ja-JP" dirty="0"/>
          </a:p>
          <a:p>
            <a:pPr marL="0" indent="0">
              <a:buNone/>
            </a:pPr>
            <a:r>
              <a:rPr kumimoji="1" lang="ja-JP" altLang="en-US" dirty="0"/>
              <a:t>きれいな　ひと </a:t>
            </a:r>
            <a:r>
              <a:rPr kumimoji="1" lang="en-US" altLang="ja-JP" dirty="0" err="1"/>
              <a:t>kireena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hito</a:t>
            </a:r>
            <a:r>
              <a:rPr kumimoji="1" lang="en-US" altLang="ja-JP" dirty="0"/>
              <a:t>  		</a:t>
            </a:r>
            <a:r>
              <a:rPr kumimoji="1" lang="ja-JP" altLang="en-US" dirty="0"/>
              <a:t>きれいです。 </a:t>
            </a:r>
            <a:r>
              <a:rPr kumimoji="1" lang="en-US" altLang="ja-JP" dirty="0" err="1"/>
              <a:t>Kiree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desu</a:t>
            </a:r>
            <a:r>
              <a:rPr kumimoji="1" lang="en-US" altLang="ja-JP" dirty="0"/>
              <a:t>.</a:t>
            </a:r>
          </a:p>
          <a:p>
            <a:pPr marL="0" indent="0">
              <a:buNone/>
            </a:pPr>
            <a:r>
              <a:rPr lang="ja-JP" altLang="en-US" dirty="0"/>
              <a:t>ゆうめいな ひと </a:t>
            </a:r>
            <a:r>
              <a:rPr lang="en-US" altLang="ja-JP" dirty="0" err="1"/>
              <a:t>yuumeena</a:t>
            </a:r>
            <a:r>
              <a:rPr lang="en-US" altLang="ja-JP" dirty="0"/>
              <a:t> </a:t>
            </a:r>
            <a:r>
              <a:rPr lang="en-US" altLang="ja-JP" dirty="0" err="1"/>
              <a:t>hito</a:t>
            </a:r>
            <a:r>
              <a:rPr lang="en-US" altLang="ja-JP" dirty="0"/>
              <a:t>  	</a:t>
            </a:r>
            <a:r>
              <a:rPr lang="ja-JP" altLang="en-US" dirty="0"/>
              <a:t>ゆうめいです。 </a:t>
            </a:r>
            <a:r>
              <a:rPr lang="en-US" altLang="ja-JP" dirty="0" err="1"/>
              <a:t>Yuumee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36ABC5-A305-4309-93AC-ABDBD60DB878}"/>
              </a:ext>
            </a:extLst>
          </p:cNvPr>
          <p:cNvSpPr/>
          <p:nvPr/>
        </p:nvSpPr>
        <p:spPr>
          <a:xfrm>
            <a:off x="755780" y="5085184"/>
            <a:ext cx="5057191" cy="13983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6DC89BF-63D3-4F57-8529-9D7F26BBA18C}"/>
              </a:ext>
            </a:extLst>
          </p:cNvPr>
          <p:cNvSpPr/>
          <p:nvPr/>
        </p:nvSpPr>
        <p:spPr>
          <a:xfrm>
            <a:off x="6189303" y="5078962"/>
            <a:ext cx="5057191" cy="13983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888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20" y="374455"/>
            <a:ext cx="10834396" cy="1325563"/>
          </a:xfrm>
        </p:spPr>
        <p:txBody>
          <a:bodyPr/>
          <a:lstStyle/>
          <a:p>
            <a:r>
              <a:rPr lang="en-US" altLang="ja-JP" u="sng" dirty="0"/>
              <a:t> ~</a:t>
            </a:r>
            <a:r>
              <a:rPr lang="ja-JP" altLang="en-US" u="sng" dirty="0"/>
              <a:t>で ～な </a:t>
            </a:r>
            <a:r>
              <a:rPr lang="th-TH" altLang="ja-JP" u="sng" dirty="0"/>
              <a:t>คำนาม </a:t>
            </a:r>
            <a:r>
              <a:rPr lang="en-US" altLang="ja-JP" u="sng" dirty="0"/>
              <a:t>/</a:t>
            </a:r>
            <a:r>
              <a:rPr lang="ja-JP" altLang="en-US" u="sng" dirty="0"/>
              <a:t> ～で　～です。</a:t>
            </a:r>
            <a:br>
              <a:rPr lang="en-US" altLang="ja-JP" u="sng" dirty="0"/>
            </a:br>
            <a:r>
              <a:rPr lang="en-US" altLang="ja-JP" u="sng" dirty="0"/>
              <a:t>~de ~</a:t>
            </a:r>
            <a:r>
              <a:rPr lang="en-US" altLang="ja-JP" u="sng" dirty="0" err="1"/>
              <a:t>na</a:t>
            </a:r>
            <a:r>
              <a:rPr lang="en-US" altLang="ja-JP" u="sng" dirty="0"/>
              <a:t> </a:t>
            </a:r>
            <a:r>
              <a:rPr lang="th-TH" altLang="ja-JP" u="sng" dirty="0"/>
              <a:t>คำนาม</a:t>
            </a:r>
            <a:r>
              <a:rPr lang="en-US" altLang="ja-JP" u="sng" dirty="0"/>
              <a:t> / ~de  ~ </a:t>
            </a:r>
            <a:r>
              <a:rPr lang="en-US" altLang="ja-JP" u="sng" dirty="0" err="1"/>
              <a:t>desu</a:t>
            </a:r>
            <a:r>
              <a:rPr lang="en-US" altLang="ja-JP" u="sng" dirty="0"/>
              <a:t>.</a:t>
            </a:r>
            <a:endParaRPr kumimoji="1" lang="ja-JP" altLang="en-US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319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きれいで　ゆうめいな　ひと</a:t>
            </a:r>
            <a:r>
              <a:rPr lang="en-US" altLang="ja-JP" dirty="0"/>
              <a:t> /  </a:t>
            </a:r>
            <a:r>
              <a:rPr lang="ja-JP" altLang="en-US" dirty="0"/>
              <a:t>きれいで　ゆうめい　です。</a:t>
            </a:r>
            <a:endParaRPr lang="th-TH" altLang="ja-JP" dirty="0"/>
          </a:p>
          <a:p>
            <a:pPr marL="0" indent="0">
              <a:buNone/>
            </a:pPr>
            <a:r>
              <a:rPr kumimoji="1" lang="en-US" altLang="ja-JP" dirty="0" err="1"/>
              <a:t>Kiree</a:t>
            </a:r>
            <a:r>
              <a:rPr lang="en-US" altLang="ja-JP" dirty="0" err="1"/>
              <a:t>de</a:t>
            </a:r>
            <a:r>
              <a:rPr lang="en-US" altLang="ja-JP" dirty="0"/>
              <a:t>    </a:t>
            </a:r>
            <a:r>
              <a:rPr lang="en-US" altLang="ja-JP" dirty="0" err="1"/>
              <a:t>yuumeena</a:t>
            </a:r>
            <a:r>
              <a:rPr lang="en-US" altLang="ja-JP" dirty="0"/>
              <a:t> </a:t>
            </a:r>
            <a:r>
              <a:rPr lang="en-US" altLang="ja-JP" dirty="0" err="1"/>
              <a:t>hito</a:t>
            </a:r>
            <a:r>
              <a:rPr lang="en-US" altLang="ja-JP" dirty="0"/>
              <a:t>  /   </a:t>
            </a:r>
            <a:r>
              <a:rPr lang="en-US" altLang="ja-JP" dirty="0" err="1"/>
              <a:t>kireede</a:t>
            </a:r>
            <a:r>
              <a:rPr lang="en-US" altLang="ja-JP" dirty="0"/>
              <a:t> </a:t>
            </a:r>
            <a:r>
              <a:rPr lang="en-US" altLang="ja-JP" dirty="0" err="1"/>
              <a:t>yuumee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（げんきな→？？</a:t>
            </a:r>
            <a:r>
              <a:rPr lang="en-US" altLang="ja-JP" dirty="0"/>
              <a:t>) </a:t>
            </a:r>
            <a:r>
              <a:rPr lang="ja-JP" altLang="en-US" dirty="0"/>
              <a:t>きれいです。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(</a:t>
            </a:r>
            <a:r>
              <a:rPr lang="en-US" altLang="ja-JP" dirty="0" err="1"/>
              <a:t>genkina</a:t>
            </a:r>
            <a:r>
              <a:rPr lang="ja-JP" altLang="en-US" dirty="0"/>
              <a:t>→？？</a:t>
            </a:r>
            <a:r>
              <a:rPr lang="en-US" altLang="ja-JP" dirty="0"/>
              <a:t>)	</a:t>
            </a:r>
            <a:r>
              <a:rPr lang="en-US" altLang="ja-JP" dirty="0" err="1"/>
              <a:t>kiree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kumimoji="1" lang="en-US" altLang="ja-JP" dirty="0"/>
              <a:t>		</a:t>
            </a:r>
            <a:r>
              <a:rPr lang="ja-JP" altLang="en-US" dirty="0"/>
              <a:t> </a:t>
            </a:r>
            <a:r>
              <a:rPr kumimoji="1" lang="en-US" altLang="ja-JP" dirty="0"/>
              <a:t>(</a:t>
            </a:r>
            <a:r>
              <a:rPr kumimoji="1" lang="ja-JP" altLang="en-US" dirty="0"/>
              <a:t>しずかな→？？</a:t>
            </a:r>
            <a:r>
              <a:rPr kumimoji="1" lang="en-US" altLang="ja-JP" dirty="0"/>
              <a:t>) </a:t>
            </a:r>
            <a:r>
              <a:rPr kumimoji="1" lang="ja-JP" altLang="en-US" dirty="0"/>
              <a:t>きれいです。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		(</a:t>
            </a:r>
            <a:r>
              <a:rPr kumimoji="1" lang="en-US" altLang="ja-JP" dirty="0" err="1"/>
              <a:t>Shizukana</a:t>
            </a:r>
            <a:r>
              <a:rPr kumimoji="1" lang="ja-JP" altLang="en-US" dirty="0"/>
              <a:t>→？？</a:t>
            </a:r>
            <a:r>
              <a:rPr kumimoji="1" lang="en-US" altLang="ja-JP" dirty="0"/>
              <a:t>) </a:t>
            </a:r>
            <a:r>
              <a:rPr lang="en-US" altLang="ja-JP" dirty="0" err="1"/>
              <a:t>kiree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0418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5D386-2165-49A9-BC73-D7C18BA7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20" y="374455"/>
            <a:ext cx="10834396" cy="1325563"/>
          </a:xfrm>
        </p:spPr>
        <p:txBody>
          <a:bodyPr/>
          <a:lstStyle/>
          <a:p>
            <a:r>
              <a:rPr kumimoji="1" lang="en-US" altLang="ja-JP" dirty="0"/>
              <a:t>~</a:t>
            </a:r>
            <a:r>
              <a:rPr kumimoji="1" lang="ja-JP" altLang="en-US" dirty="0"/>
              <a:t>は、～で ～です。</a:t>
            </a:r>
            <a:r>
              <a:rPr kumimoji="1" lang="th-TH" altLang="ja-JP" dirty="0"/>
              <a:t>   </a:t>
            </a:r>
            <a:r>
              <a:rPr kumimoji="1" lang="en-US" altLang="ja-JP" dirty="0"/>
              <a:t>  </a:t>
            </a:r>
            <a:r>
              <a:rPr kumimoji="1" lang="ja-JP" altLang="en-US" dirty="0"/>
              <a:t>いってみよう！</a:t>
            </a:r>
            <a:br>
              <a:rPr kumimoji="1" lang="en-US" altLang="ja-JP" dirty="0"/>
            </a:br>
            <a:r>
              <a:rPr kumimoji="1" lang="en-US" altLang="ja-JP" dirty="0"/>
              <a:t>~</a:t>
            </a:r>
            <a:r>
              <a:rPr kumimoji="1" lang="en-US" altLang="ja-JP" dirty="0" err="1"/>
              <a:t>wa</a:t>
            </a:r>
            <a:r>
              <a:rPr kumimoji="1" lang="en-US" altLang="ja-JP" dirty="0"/>
              <a:t>, ~ de ~ </a:t>
            </a:r>
            <a:r>
              <a:rPr kumimoji="1" lang="en-US" altLang="ja-JP" dirty="0" err="1"/>
              <a:t>desu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786C8-6082-4380-BEE3-AF00682B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947"/>
            <a:ext cx="8604380" cy="4351338"/>
          </a:xfrm>
        </p:spPr>
        <p:txBody>
          <a:bodyPr>
            <a:normAutofit/>
          </a:bodyPr>
          <a:lstStyle/>
          <a:p>
            <a:r>
              <a:rPr lang="ja-JP" altLang="en-US" dirty="0"/>
              <a:t>きれいな</a:t>
            </a:r>
            <a:r>
              <a:rPr lang="en-US" altLang="ja-JP" dirty="0"/>
              <a:t>		</a:t>
            </a:r>
            <a:r>
              <a:rPr lang="en-US" altLang="ja-JP" dirty="0" err="1"/>
              <a:t>kireena</a:t>
            </a:r>
            <a:r>
              <a:rPr lang="en-US" altLang="ja-JP" dirty="0"/>
              <a:t>		</a:t>
            </a:r>
            <a:r>
              <a:rPr lang="th-TH" altLang="ja-JP" dirty="0"/>
              <a:t>สวย</a:t>
            </a:r>
          </a:p>
          <a:p>
            <a:r>
              <a:rPr kumimoji="1" lang="ja-JP" altLang="en-US" dirty="0"/>
              <a:t>ゆうめいな</a:t>
            </a:r>
            <a:r>
              <a:rPr kumimoji="1" lang="en-US" altLang="ja-JP" dirty="0"/>
              <a:t>	</a:t>
            </a:r>
            <a:r>
              <a:rPr kumimoji="1" lang="en-US" altLang="ja-JP" dirty="0" err="1"/>
              <a:t>yuumeena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มีชื่อเสียง</a:t>
            </a:r>
            <a:r>
              <a:rPr kumimoji="1" lang="en-US" altLang="ja-JP" dirty="0"/>
              <a:t>,</a:t>
            </a:r>
            <a:r>
              <a:rPr kumimoji="1" lang="th-TH" altLang="ja-JP" dirty="0"/>
              <a:t> ดัง</a:t>
            </a:r>
            <a:endParaRPr lang="en-US" altLang="ja-JP" dirty="0"/>
          </a:p>
          <a:p>
            <a:r>
              <a:rPr kumimoji="1" lang="ja-JP" altLang="en-US" dirty="0"/>
              <a:t>しずかな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shizukana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เงียบ</a:t>
            </a:r>
            <a:endParaRPr kumimoji="1" lang="en-US" altLang="ja-JP" dirty="0"/>
          </a:p>
          <a:p>
            <a:r>
              <a:rPr kumimoji="1" lang="ja-JP" altLang="en-US" dirty="0"/>
              <a:t>げんきな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genkina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ร่าเริง</a:t>
            </a:r>
            <a:r>
              <a:rPr lang="th-TH" altLang="ja-JP" dirty="0"/>
              <a:t>และ</a:t>
            </a:r>
            <a:r>
              <a:rPr kumimoji="1" lang="th-TH" altLang="ja-JP" dirty="0"/>
              <a:t>เขงแรง</a:t>
            </a:r>
            <a:endParaRPr kumimoji="1" lang="en-US" altLang="ja-JP" dirty="0"/>
          </a:p>
          <a:p>
            <a:r>
              <a:rPr lang="ja-JP" altLang="en-US" dirty="0"/>
              <a:t>～がじょうずな</a:t>
            </a:r>
            <a:r>
              <a:rPr lang="en-US" altLang="ja-JP" dirty="0"/>
              <a:t>	 ~ga </a:t>
            </a:r>
            <a:r>
              <a:rPr lang="en-US" altLang="ja-JP" dirty="0" err="1"/>
              <a:t>joozuna</a:t>
            </a:r>
            <a:r>
              <a:rPr lang="th-TH" altLang="ja-JP" dirty="0"/>
              <a:t>	</a:t>
            </a:r>
            <a:r>
              <a:rPr lang="en-US" altLang="ja-JP" dirty="0"/>
              <a:t>~</a:t>
            </a:r>
            <a:r>
              <a:rPr lang="th-TH" altLang="ja-JP" dirty="0"/>
              <a:t>เก่ง</a:t>
            </a:r>
            <a:endParaRPr lang="en-US" altLang="ja-JP" dirty="0"/>
          </a:p>
          <a:p>
            <a:r>
              <a:rPr kumimoji="1" lang="ja-JP" altLang="en-US" dirty="0"/>
              <a:t>～がすきな</a:t>
            </a:r>
            <a:r>
              <a:rPr kumimoji="1" lang="en-US" altLang="ja-JP" dirty="0"/>
              <a:t>	~ga </a:t>
            </a:r>
            <a:r>
              <a:rPr kumimoji="1" lang="en-US" altLang="ja-JP" dirty="0" err="1"/>
              <a:t>sukina</a:t>
            </a:r>
            <a:r>
              <a:rPr kumimoji="1" lang="th-TH" altLang="ja-JP" dirty="0"/>
              <a:t>		</a:t>
            </a:r>
            <a:r>
              <a:rPr lang="th-TH" altLang="ja-JP" dirty="0"/>
              <a:t>ชอบ</a:t>
            </a:r>
            <a:r>
              <a:rPr kumimoji="1" lang="en-US" altLang="ja-JP" dirty="0"/>
              <a:t>~</a:t>
            </a:r>
          </a:p>
          <a:p>
            <a:pPr marL="0" indent="0">
              <a:buNone/>
            </a:pPr>
            <a:r>
              <a:rPr kumimoji="1" lang="en-US" altLang="ja-JP" dirty="0"/>
              <a:t>	</a:t>
            </a:r>
            <a:r>
              <a:rPr kumimoji="1" lang="ja-JP" altLang="en-US" dirty="0"/>
              <a:t>うたがじょうずです。 </a:t>
            </a:r>
            <a:r>
              <a:rPr kumimoji="1" lang="th-TH" altLang="ja-JP" dirty="0"/>
              <a:t>ร้องเพลงเก่งครับ/ค่ะ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uta ga </a:t>
            </a:r>
            <a:r>
              <a:rPr lang="en-US" altLang="ja-JP" dirty="0" err="1"/>
              <a:t>joozu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1DC96D5-1676-4D45-B370-E75F6B71CD65}"/>
              </a:ext>
            </a:extLst>
          </p:cNvPr>
          <p:cNvSpPr txBox="1">
            <a:spLocks/>
          </p:cNvSpPr>
          <p:nvPr/>
        </p:nvSpPr>
        <p:spPr>
          <a:xfrm>
            <a:off x="4834813" y="1825625"/>
            <a:ext cx="28753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708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2B7F-C941-70F0-47F5-EC472AC0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65125"/>
            <a:ext cx="11631561" cy="938211"/>
          </a:xfrm>
        </p:spPr>
        <p:txBody>
          <a:bodyPr>
            <a:normAutofit/>
          </a:bodyPr>
          <a:lstStyle/>
          <a:p>
            <a:r>
              <a:rPr lang="en-US" sz="4400" u="sng" dirty="0"/>
              <a:t>1.Tomodachi </a:t>
            </a:r>
            <a:r>
              <a:rPr lang="en-US" sz="4400" u="sng" dirty="0" err="1"/>
              <a:t>ni</a:t>
            </a:r>
            <a:r>
              <a:rPr lang="en-US" sz="4400" u="sng" dirty="0"/>
              <a:t> </a:t>
            </a:r>
            <a:r>
              <a:rPr lang="en-US" sz="4400" u="sng" dirty="0" err="1"/>
              <a:t>tsuite</a:t>
            </a:r>
            <a:r>
              <a:rPr lang="en-US" sz="4400" u="sng" dirty="0"/>
              <a:t>, </a:t>
            </a:r>
            <a:r>
              <a:rPr lang="en-US" sz="4400" u="sng" dirty="0" err="1"/>
              <a:t>setsumee</a:t>
            </a:r>
            <a:r>
              <a:rPr lang="en-US" sz="4400" u="sng" dirty="0"/>
              <a:t> </a:t>
            </a:r>
            <a:r>
              <a:rPr lang="en-US" sz="4400" u="sng" dirty="0" err="1"/>
              <a:t>shimashoo</a:t>
            </a:r>
            <a:r>
              <a:rPr lang="en-US" u="sng" dirty="0"/>
              <a:t>.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56ADA8A-EA4B-2960-CCC8-AEA42E6CA8A9}"/>
              </a:ext>
            </a:extLst>
          </p:cNvPr>
          <p:cNvSpPr txBox="1">
            <a:spLocks/>
          </p:cNvSpPr>
          <p:nvPr/>
        </p:nvSpPr>
        <p:spPr>
          <a:xfrm>
            <a:off x="395579" y="2571749"/>
            <a:ext cx="4243096" cy="4333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 err="1"/>
              <a:t>oishii</a:t>
            </a:r>
            <a:r>
              <a:rPr lang="en-US" altLang="ja-JP" dirty="0"/>
              <a:t>		</a:t>
            </a:r>
            <a:r>
              <a:rPr lang="th-TH" altLang="ja-JP" dirty="0"/>
              <a:t>อร่อย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kawaii	</a:t>
            </a:r>
            <a:r>
              <a:rPr lang="th-TH" altLang="ja-JP" dirty="0"/>
              <a:t>น่ารัก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err="1"/>
              <a:t>kakkoii</a:t>
            </a:r>
            <a:r>
              <a:rPr lang="en-US" altLang="ja-JP" dirty="0"/>
              <a:t>	</a:t>
            </a:r>
            <a:r>
              <a:rPr lang="th-TH" altLang="ja-JP" dirty="0"/>
              <a:t> หล่อ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err="1"/>
              <a:t>omoshiroi</a:t>
            </a:r>
            <a:r>
              <a:rPr lang="th-TH" altLang="ja-JP" dirty="0"/>
              <a:t>	ตลก, น่าสนใจ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err="1"/>
              <a:t>Yasashii</a:t>
            </a:r>
            <a:r>
              <a:rPr lang="en-US" altLang="ja-JP" dirty="0"/>
              <a:t> </a:t>
            </a:r>
            <a:r>
              <a:rPr lang="th-TH" altLang="ja-JP" dirty="0"/>
              <a:t>	ใจดี</a:t>
            </a:r>
            <a:endParaRPr lang="en-US" altLang="ja-JP" dirty="0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B737DA0-5119-5200-C399-651811BF0CAB}"/>
              </a:ext>
            </a:extLst>
          </p:cNvPr>
          <p:cNvSpPr txBox="1">
            <a:spLocks/>
          </p:cNvSpPr>
          <p:nvPr/>
        </p:nvSpPr>
        <p:spPr>
          <a:xfrm>
            <a:off x="596770" y="1690688"/>
            <a:ext cx="10834396" cy="690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[</a:t>
            </a:r>
            <a:r>
              <a:rPr lang="ja-JP" altLang="en-US" dirty="0"/>
              <a:t>～</a:t>
            </a:r>
            <a:r>
              <a:rPr lang="en-US" altLang="ja-JP" dirty="0" err="1"/>
              <a:t>kute</a:t>
            </a:r>
            <a:r>
              <a:rPr lang="en-US" altLang="ja-JP" dirty="0"/>
              <a:t> </a:t>
            </a:r>
            <a:r>
              <a:rPr lang="ja-JP" altLang="en-US" dirty="0"/>
              <a:t>～</a:t>
            </a:r>
            <a:r>
              <a:rPr lang="en-US" altLang="ja-JP" dirty="0" err="1"/>
              <a:t>desu</a:t>
            </a:r>
            <a:r>
              <a:rPr lang="en-US" altLang="ja-JP" dirty="0"/>
              <a:t>. </a:t>
            </a:r>
            <a:r>
              <a:rPr lang="th-TH" altLang="ja-JP" dirty="0"/>
              <a:t>  </a:t>
            </a:r>
            <a:r>
              <a:rPr lang="en-US" altLang="ja-JP" dirty="0"/>
              <a:t> /  ~de  ~ 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r>
              <a:rPr lang="th-TH" altLang="ja-JP" dirty="0"/>
              <a:t>	</a:t>
            </a:r>
            <a:r>
              <a:rPr lang="en-US" altLang="ja-JP" dirty="0"/>
              <a:t>]</a:t>
            </a:r>
            <a:endParaRPr lang="ja-JP" altLang="en-US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B78120B-C491-717E-9CAF-4DEC930F5F7F}"/>
              </a:ext>
            </a:extLst>
          </p:cNvPr>
          <p:cNvSpPr txBox="1">
            <a:spLocks/>
          </p:cNvSpPr>
          <p:nvPr/>
        </p:nvSpPr>
        <p:spPr>
          <a:xfrm>
            <a:off x="5334000" y="2524124"/>
            <a:ext cx="7214896" cy="43338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 err="1"/>
              <a:t>kireena</a:t>
            </a:r>
            <a:r>
              <a:rPr lang="en-US" altLang="ja-JP" dirty="0"/>
              <a:t>		</a:t>
            </a:r>
            <a:r>
              <a:rPr lang="th-TH" altLang="ja-JP" dirty="0"/>
              <a:t>สวย</a:t>
            </a:r>
          </a:p>
          <a:p>
            <a:pPr marL="0" indent="0">
              <a:buNone/>
            </a:pPr>
            <a:r>
              <a:rPr kumimoji="1" lang="en-US" altLang="ja-JP" dirty="0" err="1"/>
              <a:t>yuumeena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มีชื่อเสียง</a:t>
            </a:r>
            <a:r>
              <a:rPr kumimoji="1" lang="en-US" altLang="ja-JP" dirty="0"/>
              <a:t>,</a:t>
            </a:r>
            <a:r>
              <a:rPr kumimoji="1" lang="th-TH" altLang="ja-JP" dirty="0"/>
              <a:t> ดัง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shizukana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เงียบ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genkina</a:t>
            </a:r>
            <a:r>
              <a:rPr kumimoji="1" lang="en-US" altLang="ja-JP" dirty="0"/>
              <a:t>		</a:t>
            </a:r>
            <a:r>
              <a:rPr kumimoji="1" lang="th-TH" altLang="ja-JP" dirty="0"/>
              <a:t>ร่าเริง</a:t>
            </a:r>
            <a:r>
              <a:rPr lang="th-TH" altLang="ja-JP" dirty="0"/>
              <a:t>และ</a:t>
            </a:r>
            <a:r>
              <a:rPr kumimoji="1" lang="th-TH" altLang="ja-JP" dirty="0"/>
              <a:t>เขงแรง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 ~ga </a:t>
            </a:r>
            <a:r>
              <a:rPr lang="en-US" altLang="ja-JP" dirty="0" err="1"/>
              <a:t>joozuna</a:t>
            </a:r>
            <a:r>
              <a:rPr lang="th-TH" altLang="ja-JP" dirty="0"/>
              <a:t>	</a:t>
            </a:r>
            <a:r>
              <a:rPr lang="en-US" altLang="ja-JP" dirty="0"/>
              <a:t>~</a:t>
            </a:r>
            <a:r>
              <a:rPr lang="th-TH" altLang="ja-JP" dirty="0"/>
              <a:t>เก่ง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~ga </a:t>
            </a:r>
            <a:r>
              <a:rPr kumimoji="1" lang="en-US" altLang="ja-JP" dirty="0" err="1"/>
              <a:t>sukina</a:t>
            </a:r>
            <a:r>
              <a:rPr kumimoji="1" lang="th-TH" altLang="ja-JP" dirty="0"/>
              <a:t>		</a:t>
            </a:r>
            <a:r>
              <a:rPr lang="th-TH" altLang="ja-JP" dirty="0"/>
              <a:t>ชอบ</a:t>
            </a:r>
            <a:r>
              <a:rPr kumimoji="1" lang="en-US" altLang="ja-JP" dirty="0"/>
              <a:t>~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Uta		</a:t>
            </a:r>
            <a:r>
              <a:rPr lang="en-US" altLang="ja-JP" dirty="0" err="1"/>
              <a:t>ge</a:t>
            </a:r>
            <a:r>
              <a:rPr lang="en-US" altLang="ja-JP" dirty="0"/>
              <a:t>-mu	</a:t>
            </a:r>
            <a:r>
              <a:rPr lang="en-US" altLang="ja-JP" dirty="0" err="1"/>
              <a:t>nihongo</a:t>
            </a:r>
            <a:r>
              <a:rPr lang="en-US" altLang="ja-JP" dirty="0"/>
              <a:t>	</a:t>
            </a:r>
            <a:r>
              <a:rPr lang="en-US" altLang="ja-JP" dirty="0" err="1"/>
              <a:t>eego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	Bare-</a:t>
            </a:r>
            <a:r>
              <a:rPr kumimoji="1" lang="en-US" altLang="ja-JP" dirty="0" err="1"/>
              <a:t>bo</a:t>
            </a:r>
            <a:r>
              <a:rPr kumimoji="1" lang="en-US" altLang="ja-JP" dirty="0"/>
              <a:t>-</a:t>
            </a:r>
            <a:r>
              <a:rPr kumimoji="1" lang="en-US" altLang="ja-JP" dirty="0" err="1"/>
              <a:t>ru</a:t>
            </a:r>
            <a:r>
              <a:rPr kumimoji="1" lang="en-US" altLang="ja-JP" dirty="0"/>
              <a:t>		</a:t>
            </a:r>
            <a:r>
              <a:rPr kumimoji="1" lang="en-US" altLang="ja-JP" dirty="0" err="1"/>
              <a:t>sakka</a:t>
            </a:r>
            <a:r>
              <a:rPr kumimoji="1" lang="en-US" altLang="ja-JP" dirty="0"/>
              <a:t>-	</a:t>
            </a:r>
            <a:r>
              <a:rPr kumimoji="1" lang="en-US" altLang="ja-JP" dirty="0" err="1"/>
              <a:t>dansu</a:t>
            </a:r>
            <a:endParaRPr kumimoji="1" lang="en-US" altLang="ja-JP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D9AD6D-D653-019B-4F22-C469865B267F}"/>
              </a:ext>
            </a:extLst>
          </p:cNvPr>
          <p:cNvSpPr/>
          <p:nvPr/>
        </p:nvSpPr>
        <p:spPr>
          <a:xfrm>
            <a:off x="4638675" y="5445127"/>
            <a:ext cx="7543800" cy="12636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03524F-1971-2535-2E82-2CF94C2F44AD}"/>
              </a:ext>
            </a:extLst>
          </p:cNvPr>
          <p:cNvCxnSpPr>
            <a:cxnSpLocks/>
          </p:cNvCxnSpPr>
          <p:nvPr/>
        </p:nvCxnSpPr>
        <p:spPr>
          <a:xfrm flipV="1">
            <a:off x="5112690" y="5167312"/>
            <a:ext cx="221310" cy="27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142E97-2557-B0BB-62FD-1771E0C5F762}"/>
              </a:ext>
            </a:extLst>
          </p:cNvPr>
          <p:cNvCxnSpPr>
            <a:cxnSpLocks/>
          </p:cNvCxnSpPr>
          <p:nvPr/>
        </p:nvCxnSpPr>
        <p:spPr>
          <a:xfrm flipV="1">
            <a:off x="4916164" y="4584701"/>
            <a:ext cx="478777" cy="903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9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2B7F-C941-70F0-47F5-EC472AC0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911225"/>
          </a:xfrm>
        </p:spPr>
        <p:txBody>
          <a:bodyPr/>
          <a:lstStyle/>
          <a:p>
            <a:r>
              <a:rPr lang="en-US" u="sng" dirty="0"/>
              <a:t>2. </a:t>
            </a:r>
            <a:r>
              <a:rPr lang="en-US" u="sng" dirty="0" err="1"/>
              <a:t>Ryoori</a:t>
            </a:r>
            <a:r>
              <a:rPr lang="en-US" u="sng" dirty="0"/>
              <a:t> </a:t>
            </a:r>
            <a:r>
              <a:rPr lang="en-US" u="sng" dirty="0" err="1"/>
              <a:t>ni</a:t>
            </a:r>
            <a:r>
              <a:rPr lang="en-US" u="sng" dirty="0"/>
              <a:t> </a:t>
            </a:r>
            <a:r>
              <a:rPr lang="en-US" u="sng" dirty="0" err="1"/>
              <a:t>tsuite</a:t>
            </a:r>
            <a:r>
              <a:rPr lang="en-US" u="sng" dirty="0"/>
              <a:t>, </a:t>
            </a:r>
            <a:r>
              <a:rPr lang="en-US" u="sng" dirty="0" err="1"/>
              <a:t>setsumee</a:t>
            </a:r>
            <a:r>
              <a:rPr lang="en-US" u="sng" dirty="0"/>
              <a:t> </a:t>
            </a:r>
            <a:r>
              <a:rPr lang="en-US" u="sng" dirty="0" err="1"/>
              <a:t>shimashoo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1516-FA3C-EF27-DA38-CF7B41931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ACBFAD02-F6E6-0E4F-278F-8C781173A132}"/>
              </a:ext>
            </a:extLst>
          </p:cNvPr>
          <p:cNvSpPr txBox="1">
            <a:spLocks/>
          </p:cNvSpPr>
          <p:nvPr/>
        </p:nvSpPr>
        <p:spPr>
          <a:xfrm>
            <a:off x="657224" y="1466849"/>
            <a:ext cx="10515600" cy="502602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からい</a:t>
            </a:r>
            <a:r>
              <a:rPr lang="en-US" altLang="ja-JP" dirty="0"/>
              <a:t>		</a:t>
            </a:r>
            <a:r>
              <a:rPr lang="en-US" altLang="ja-JP" dirty="0" err="1"/>
              <a:t>karai</a:t>
            </a:r>
            <a:r>
              <a:rPr lang="en-US" altLang="ja-JP" dirty="0"/>
              <a:t>		</a:t>
            </a:r>
            <a:r>
              <a:rPr lang="th-TH" altLang="ja-JP" dirty="0"/>
              <a:t> เผ็ด </a:t>
            </a:r>
            <a:endParaRPr lang="en-US" altLang="ja-JP" dirty="0"/>
          </a:p>
          <a:p>
            <a:r>
              <a:rPr lang="ja-JP" altLang="en-US" dirty="0"/>
              <a:t>あまい</a:t>
            </a:r>
            <a:r>
              <a:rPr lang="en-US" altLang="ja-JP" dirty="0"/>
              <a:t>		</a:t>
            </a:r>
            <a:r>
              <a:rPr lang="en-US" altLang="ja-JP" dirty="0" err="1"/>
              <a:t>amai</a:t>
            </a:r>
            <a:r>
              <a:rPr lang="en-US" altLang="ja-JP" dirty="0"/>
              <a:t>		</a:t>
            </a:r>
            <a:r>
              <a:rPr lang="th-TH" altLang="ja-JP" dirty="0"/>
              <a:t> หวาน</a:t>
            </a:r>
            <a:endParaRPr lang="en-US" altLang="ja-JP" dirty="0"/>
          </a:p>
          <a:p>
            <a:r>
              <a:rPr lang="ja-JP" altLang="en-US" dirty="0"/>
              <a:t>すっぱい</a:t>
            </a:r>
            <a:r>
              <a:rPr lang="en-US" altLang="ja-JP" dirty="0"/>
              <a:t>		</a:t>
            </a:r>
            <a:r>
              <a:rPr lang="en-US" altLang="ja-JP" dirty="0" err="1"/>
              <a:t>suppai</a:t>
            </a:r>
            <a:r>
              <a:rPr lang="en-US" altLang="ja-JP" dirty="0"/>
              <a:t>	</a:t>
            </a:r>
            <a:r>
              <a:rPr lang="th-TH" altLang="ja-JP" dirty="0"/>
              <a:t> 	เปรี้ยว</a:t>
            </a:r>
            <a:endParaRPr lang="en-US" altLang="ja-JP" dirty="0"/>
          </a:p>
          <a:p>
            <a:r>
              <a:rPr lang="ja-JP" altLang="en-US" dirty="0"/>
              <a:t>しょっぱい</a:t>
            </a:r>
            <a:r>
              <a:rPr lang="en-US" altLang="ja-JP" dirty="0"/>
              <a:t> 	</a:t>
            </a:r>
            <a:r>
              <a:rPr lang="en-US" altLang="ja-JP" dirty="0" err="1"/>
              <a:t>shoppai</a:t>
            </a:r>
            <a:r>
              <a:rPr lang="en-US" altLang="ja-JP" dirty="0"/>
              <a:t>	</a:t>
            </a:r>
            <a:r>
              <a:rPr lang="th-TH" altLang="ja-JP" dirty="0"/>
              <a:t>เค็ม</a:t>
            </a:r>
            <a:endParaRPr lang="en-US" altLang="ja-JP" dirty="0"/>
          </a:p>
          <a:p>
            <a:r>
              <a:rPr lang="ja-JP" altLang="en-US" dirty="0"/>
              <a:t>あかい</a:t>
            </a:r>
            <a:r>
              <a:rPr lang="en-US" altLang="ja-JP" dirty="0"/>
              <a:t>		</a:t>
            </a:r>
            <a:r>
              <a:rPr lang="en-US" altLang="ja-JP" dirty="0" err="1"/>
              <a:t>akai</a:t>
            </a:r>
            <a:r>
              <a:rPr lang="en-US" altLang="ja-JP" dirty="0"/>
              <a:t>		</a:t>
            </a:r>
            <a:r>
              <a:rPr lang="th-TH" altLang="ja-JP" dirty="0"/>
              <a:t> แดง</a:t>
            </a:r>
            <a:endParaRPr lang="en-US" altLang="ja-JP" dirty="0"/>
          </a:p>
          <a:p>
            <a:r>
              <a:rPr lang="ja-JP" altLang="en-US" dirty="0"/>
              <a:t>やわらかい</a:t>
            </a:r>
            <a:r>
              <a:rPr lang="en-US" altLang="ja-JP" dirty="0"/>
              <a:t>		</a:t>
            </a:r>
            <a:r>
              <a:rPr lang="en-US" altLang="ja-JP" dirty="0" err="1"/>
              <a:t>yawarakai</a:t>
            </a:r>
            <a:r>
              <a:rPr lang="en-US" altLang="ja-JP" dirty="0"/>
              <a:t>	</a:t>
            </a:r>
            <a:r>
              <a:rPr lang="th-TH" altLang="ja-JP" dirty="0"/>
              <a:t>นิ่ม</a:t>
            </a:r>
          </a:p>
          <a:p>
            <a:r>
              <a:rPr lang="ja-JP" altLang="en-US" dirty="0"/>
              <a:t>かたい</a:t>
            </a:r>
            <a:r>
              <a:rPr lang="en-US" altLang="ja-JP" dirty="0"/>
              <a:t>		</a:t>
            </a:r>
            <a:r>
              <a:rPr lang="en-US" altLang="ja-JP" dirty="0" err="1"/>
              <a:t>katai</a:t>
            </a:r>
            <a:r>
              <a:rPr lang="en-US" altLang="ja-JP" dirty="0"/>
              <a:t>		</a:t>
            </a:r>
            <a:r>
              <a:rPr lang="th-TH" altLang="ja-JP" dirty="0"/>
              <a:t> เข็ง</a:t>
            </a:r>
          </a:p>
          <a:p>
            <a:r>
              <a:rPr lang="ja-JP" altLang="en-US" dirty="0"/>
              <a:t>おいしい</a:t>
            </a:r>
            <a:r>
              <a:rPr lang="en-US" altLang="ja-JP" dirty="0"/>
              <a:t>		</a:t>
            </a:r>
            <a:r>
              <a:rPr lang="en-US" altLang="ja-JP" dirty="0" err="1"/>
              <a:t>oishii</a:t>
            </a:r>
            <a:r>
              <a:rPr lang="en-US" altLang="ja-JP" dirty="0"/>
              <a:t>		</a:t>
            </a:r>
            <a:r>
              <a:rPr lang="th-TH" altLang="ja-JP" dirty="0"/>
              <a:t>อร่อย</a:t>
            </a:r>
          </a:p>
          <a:p>
            <a:r>
              <a:rPr lang="ja-JP" altLang="en-US" dirty="0"/>
              <a:t>まずい</a:t>
            </a:r>
            <a:r>
              <a:rPr lang="en-US" altLang="ja-JP" dirty="0"/>
              <a:t>		</a:t>
            </a:r>
            <a:r>
              <a:rPr lang="en-US" altLang="ja-JP" dirty="0" err="1"/>
              <a:t>mazui</a:t>
            </a:r>
            <a:r>
              <a:rPr lang="en-US" altLang="ja-JP" dirty="0"/>
              <a:t>		</a:t>
            </a:r>
            <a:r>
              <a:rPr lang="th-TH" altLang="ja-JP" dirty="0"/>
              <a:t>ไม่อร่อย/ รสชาติแย่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</a:t>
            </a:r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ちょっと</a:t>
            </a:r>
            <a:r>
              <a:rPr lang="en-US" altLang="ja-JP" dirty="0"/>
              <a:t>	</a:t>
            </a:r>
            <a:r>
              <a:rPr lang="th-TH" altLang="ja-JP" dirty="0"/>
              <a:t>	</a:t>
            </a:r>
            <a:r>
              <a:rPr lang="en-US" altLang="ja-JP" dirty="0" err="1"/>
              <a:t>chotto</a:t>
            </a:r>
            <a:r>
              <a:rPr lang="en-US" altLang="ja-JP" dirty="0"/>
              <a:t>		</a:t>
            </a:r>
            <a:r>
              <a:rPr lang="th-TH" altLang="ja-JP" dirty="0"/>
              <a:t>	นิดหน่อย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	</a:t>
            </a:r>
            <a:r>
              <a:rPr lang="ja-JP" altLang="en-US" dirty="0"/>
              <a:t>すごく</a:t>
            </a:r>
            <a:r>
              <a:rPr lang="en-US" altLang="ja-JP" dirty="0"/>
              <a:t>	</a:t>
            </a:r>
            <a:r>
              <a:rPr lang="th-TH" altLang="ja-JP" dirty="0"/>
              <a:t>	</a:t>
            </a:r>
            <a:r>
              <a:rPr lang="en-US" altLang="ja-JP" dirty="0" err="1"/>
              <a:t>sugoku</a:t>
            </a:r>
            <a:r>
              <a:rPr lang="th-TH" altLang="ja-JP" dirty="0"/>
              <a:t>		มาก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h-TH" altLang="ja-JP" dirty="0"/>
              <a:t>	</a:t>
            </a:r>
            <a:r>
              <a:rPr lang="ja-JP" altLang="en-US" dirty="0"/>
              <a:t>あまりーくない</a:t>
            </a:r>
            <a:r>
              <a:rPr lang="en-US" altLang="ja-JP" dirty="0"/>
              <a:t> </a:t>
            </a:r>
            <a:r>
              <a:rPr lang="th-TH" altLang="ja-JP" dirty="0"/>
              <a:t> 	</a:t>
            </a:r>
            <a:r>
              <a:rPr lang="en-US" altLang="ja-JP" dirty="0"/>
              <a:t>Amari –kunai	</a:t>
            </a:r>
            <a:r>
              <a:rPr lang="th-TH" altLang="ja-JP" dirty="0"/>
              <a:t>	ไม่ค่อย</a:t>
            </a:r>
            <a:r>
              <a:rPr lang="en-US" altLang="ja-JP" dirty="0"/>
              <a:t>―</a:t>
            </a:r>
            <a:endParaRPr lang="ja-JP" alt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0E2C34-8967-8E2E-9601-41380F37F571}"/>
              </a:ext>
            </a:extLst>
          </p:cNvPr>
          <p:cNvSpPr/>
          <p:nvPr/>
        </p:nvSpPr>
        <p:spPr>
          <a:xfrm>
            <a:off x="1419225" y="5229225"/>
            <a:ext cx="7543800" cy="12636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9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D7E5-266D-1227-EEA4-21C202C9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Ryoori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tsuite</a:t>
            </a:r>
            <a:r>
              <a:rPr lang="en-US" dirty="0"/>
              <a:t>, </a:t>
            </a:r>
            <a:r>
              <a:rPr lang="en-US" dirty="0" err="1"/>
              <a:t>hanashimashoo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C542E-BB2E-87D5-D01D-8B8CB0F87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563330"/>
            <a:ext cx="11523405" cy="4768644"/>
          </a:xfrm>
        </p:spPr>
        <p:txBody>
          <a:bodyPr>
            <a:normAutofit/>
          </a:bodyPr>
          <a:lstStyle/>
          <a:p>
            <a:r>
              <a:rPr lang="en-US" dirty="0" err="1"/>
              <a:t>Tabemono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, </a:t>
            </a:r>
            <a:r>
              <a:rPr lang="en-US" dirty="0" err="1"/>
              <a:t>nani</a:t>
            </a:r>
            <a:r>
              <a:rPr lang="en-US" dirty="0"/>
              <a:t> ga suki </a:t>
            </a:r>
            <a:r>
              <a:rPr lang="en-US" dirty="0" err="1"/>
              <a:t>desuka</a:t>
            </a:r>
            <a:r>
              <a:rPr lang="en-US" dirty="0"/>
              <a:t>? </a:t>
            </a:r>
            <a:r>
              <a:rPr lang="ja-JP" altLang="en-US" dirty="0"/>
              <a:t>→ </a:t>
            </a:r>
            <a:r>
              <a:rPr lang="en-US" altLang="ja-JP" dirty="0"/>
              <a:t>	______ ga </a:t>
            </a:r>
            <a:r>
              <a:rPr lang="en-US" altLang="ja-JP" dirty="0" err="1"/>
              <a:t>sukidesu</a:t>
            </a:r>
            <a:r>
              <a:rPr lang="en-US" altLang="ja-JP" dirty="0"/>
              <a:t>.</a:t>
            </a:r>
          </a:p>
          <a:p>
            <a:endParaRPr lang="en-US" dirty="0"/>
          </a:p>
          <a:p>
            <a:r>
              <a:rPr lang="en-US" dirty="0"/>
              <a:t>______ </a:t>
            </a:r>
            <a:r>
              <a:rPr lang="en-US" dirty="0" err="1"/>
              <a:t>wa</a:t>
            </a:r>
            <a:r>
              <a:rPr lang="en-US" dirty="0"/>
              <a:t> donna aji </a:t>
            </a:r>
            <a:r>
              <a:rPr lang="en-US" dirty="0" err="1"/>
              <a:t>desuka</a:t>
            </a:r>
            <a:r>
              <a:rPr lang="ja-JP" altLang="en-US" dirty="0"/>
              <a:t>→</a:t>
            </a:r>
            <a:r>
              <a:rPr lang="en-US" altLang="ja-JP" dirty="0"/>
              <a:t>	_______</a:t>
            </a:r>
            <a:r>
              <a:rPr lang="en-US" altLang="ja-JP" dirty="0" err="1"/>
              <a:t>kute</a:t>
            </a:r>
            <a:r>
              <a:rPr lang="en-US" altLang="ja-JP" dirty="0"/>
              <a:t>/de ____</a:t>
            </a:r>
            <a:r>
              <a:rPr lang="en-US" altLang="ja-JP" dirty="0" err="1"/>
              <a:t>desu</a:t>
            </a:r>
            <a:r>
              <a:rPr lang="en-US" altLang="ja-JP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786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7C849-475C-8CDF-D4A1-E01B6453B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宿題　しゅくだい </a:t>
            </a:r>
            <a:r>
              <a:rPr kumimoji="1" lang="en-US" altLang="ja-JP" dirty="0" err="1"/>
              <a:t>shukudai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85D250-6C75-6A08-6A5F-567CBA2A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39" y="1693173"/>
            <a:ext cx="9003890" cy="3596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1. Review and question sheet (MS Form </a:t>
            </a:r>
            <a:r>
              <a:rPr lang="th-TH" altLang="ja-JP" dirty="0"/>
              <a:t>ในทีม</a:t>
            </a:r>
            <a:r>
              <a:rPr lang="en-US" altLang="ja-JP" dirty="0"/>
              <a:t>)</a:t>
            </a:r>
            <a:endParaRPr lang="th-TH" altLang="ja-JP" dirty="0"/>
          </a:p>
          <a:p>
            <a:pPr marL="0" indent="0">
              <a:buNone/>
            </a:pPr>
            <a:endParaRPr lang="th-TH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おつかれさまでした。 </a:t>
            </a:r>
            <a:r>
              <a:rPr kumimoji="1" lang="en-US" altLang="ja-JP" dirty="0" err="1"/>
              <a:t>Otsukare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samadeshita</a:t>
            </a:r>
            <a:r>
              <a:rPr kumimoji="1" lang="en-US" altLang="ja-JP" dirty="0"/>
              <a:t>.</a:t>
            </a:r>
            <a:br>
              <a:rPr kumimoji="1" lang="en-US" altLang="ja-JP" dirty="0"/>
            </a:br>
            <a:r>
              <a:rPr kumimoji="1" lang="ja-JP" altLang="en-US" dirty="0"/>
              <a:t>またらいしゅう</a:t>
            </a:r>
            <a:r>
              <a:rPr kumimoji="1" lang="en-US" altLang="ja-JP" dirty="0"/>
              <a:t>		Mata </a:t>
            </a:r>
            <a:r>
              <a:rPr kumimoji="1" lang="en-US" altLang="ja-JP" dirty="0" err="1"/>
              <a:t>raishuu</a:t>
            </a:r>
            <a:endParaRPr kumimoji="1" lang="th-TH" altLang="ja-JP" dirty="0"/>
          </a:p>
          <a:p>
            <a:pPr marL="0" indent="0">
              <a:buNone/>
            </a:pPr>
            <a:r>
              <a:rPr lang="en-US" altLang="ja-JP" dirty="0" err="1"/>
              <a:t>Sensee</a:t>
            </a:r>
            <a:r>
              <a:rPr lang="en-US" altLang="ja-JP" dirty="0"/>
              <a:t> to, </a:t>
            </a:r>
            <a:r>
              <a:rPr lang="en-US" altLang="ja-JP" dirty="0" err="1"/>
              <a:t>ryoori</a:t>
            </a:r>
            <a:r>
              <a:rPr lang="en-US" altLang="ja-JP" dirty="0"/>
              <a:t> </a:t>
            </a:r>
            <a:r>
              <a:rPr lang="en-US" altLang="ja-JP" dirty="0" err="1"/>
              <a:t>ni</a:t>
            </a:r>
            <a:r>
              <a:rPr lang="en-US" altLang="ja-JP" dirty="0"/>
              <a:t> </a:t>
            </a:r>
            <a:r>
              <a:rPr lang="en-US" altLang="ja-JP" dirty="0" err="1"/>
              <a:t>tsuite</a:t>
            </a:r>
            <a:r>
              <a:rPr lang="en-US" altLang="ja-JP" dirty="0"/>
              <a:t> </a:t>
            </a:r>
            <a:r>
              <a:rPr lang="en-US" altLang="ja-JP" dirty="0" err="1"/>
              <a:t>hanashimashoo</a:t>
            </a:r>
            <a:r>
              <a:rPr lang="en-US" altLang="ja-JP" dirty="0"/>
              <a:t>!</a:t>
            </a:r>
            <a:endParaRPr kumimoji="1" lang="th-TH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ED2A3E-A66D-AFE7-4D65-53F6E08F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32-B65A-4821-93BE-E80F488A5D3D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1026" name="Picture 2" descr="positive red arrow presentation">
            <a:extLst>
              <a:ext uri="{FF2B5EF4-FFF2-40B4-BE49-F238E27FC236}">
                <a16:creationId xmlns:a16="http://schemas.microsoft.com/office/drawing/2014/main" id="{B57EDA69-C820-D6A0-5784-64498CEF3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67" y="592765"/>
            <a:ext cx="2195845" cy="219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tmoji Image">
            <a:extLst>
              <a:ext uri="{FF2B5EF4-FFF2-40B4-BE49-F238E27FC236}">
                <a16:creationId xmlns:a16="http://schemas.microsoft.com/office/drawing/2014/main" id="{CDDBB776-FFAA-A5F4-EF9F-9764EAFF1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824748"/>
            <a:ext cx="3033252" cy="303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53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4D4D4D"/>
      </a:dk1>
      <a:lt1>
        <a:sysClr val="window" lastClr="FFFFFF"/>
      </a:lt1>
      <a:dk2>
        <a:srgbClr val="E2F1FA"/>
      </a:dk2>
      <a:lt2>
        <a:srgbClr val="E9E5DC"/>
      </a:lt2>
      <a:accent1>
        <a:srgbClr val="E03253"/>
      </a:accent1>
      <a:accent2>
        <a:srgbClr val="0071BC"/>
      </a:accent2>
      <a:accent3>
        <a:srgbClr val="CED636"/>
      </a:accent3>
      <a:accent4>
        <a:srgbClr val="956251"/>
      </a:accent4>
      <a:accent5>
        <a:srgbClr val="918485"/>
      </a:accent5>
      <a:accent6>
        <a:srgbClr val="855D5D"/>
      </a:accent6>
      <a:hlink>
        <a:srgbClr val="0070C0"/>
      </a:hlink>
      <a:folHlink>
        <a:srgbClr val="F4B29B"/>
      </a:folHlink>
    </a:clrScheme>
    <a:fontScheme name="ユーザー定義 1">
      <a:majorFont>
        <a:latin typeface="Tahoma"/>
        <a:ea typeface="UD Digi Kyokasho N-B"/>
        <a:cs typeface="Tahoma"/>
      </a:majorFont>
      <a:minorFont>
        <a:latin typeface="Tahoma"/>
        <a:ea typeface="UD Digi Kyokasho N-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93C16017DD1F1439642FE87AF0FF5A8" ma:contentTypeVersion="3" ma:contentTypeDescription="新しいドキュメントを作成します。" ma:contentTypeScope="" ma:versionID="9e2a3b9aed2b4a0f5071cba93e0d0081">
  <xsd:schema xmlns:xsd="http://www.w3.org/2001/XMLSchema" xmlns:xs="http://www.w3.org/2001/XMLSchema" xmlns:p="http://schemas.microsoft.com/office/2006/metadata/properties" xmlns:ns2="b688275c-64d9-42a2-8dd7-0304ba67bd76" targetNamespace="http://schemas.microsoft.com/office/2006/metadata/properties" ma:root="true" ma:fieldsID="9f78886d79d3feeaab3f69713d443423" ns2:_="">
    <xsd:import namespace="b688275c-64d9-42a2-8dd7-0304ba67bd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8275c-64d9-42a2-8dd7-0304ba67b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558B00-6574-42C9-A8CC-6CA3C8904699}">
  <ds:schemaRefs>
    <ds:schemaRef ds:uri="http://schemas.microsoft.com/office/2006/metadata/properties"/>
    <ds:schemaRef ds:uri="http://schemas.microsoft.com/office/infopath/2007/PartnerControls"/>
    <ds:schemaRef ds:uri="69a0e75c-dc73-4a62-ad08-54ac0ce864f0"/>
    <ds:schemaRef ds:uri="226d2048-9071-419e-9c7c-1fa729a82025"/>
  </ds:schemaRefs>
</ds:datastoreItem>
</file>

<file path=customXml/itemProps2.xml><?xml version="1.0" encoding="utf-8"?>
<ds:datastoreItem xmlns:ds="http://schemas.openxmlformats.org/officeDocument/2006/customXml" ds:itemID="{A02F8A4A-9C83-40DD-88CC-ED74699005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591C0A-400A-455D-813F-00FC2B04D076}"/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1102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Tahoma</vt:lpstr>
      <vt:lpstr>Office テーマ</vt:lpstr>
      <vt:lpstr>～い→～くて  ~i→~kute  ~な→～で ~na→~de</vt:lpstr>
      <vt:lpstr>い けいようし  I adjective คำคุณศัพท์ I</vt:lpstr>
      <vt:lpstr>い けいようし  I adjective คำคุณศัพท์ I</vt:lpstr>
      <vt:lpstr>りんごは、 あまくておいしいです。 ringo wa, amakute oishii desu. </vt:lpstr>
      <vt:lpstr>いってみよう！ลองพูดดู ~は、～くて、～です。~wa, ~kute ~desu.</vt:lpstr>
      <vt:lpstr>な けいようし  Na adjective คำคุณศัพท์ Na</vt:lpstr>
      <vt:lpstr> ~で ～な คำนาม / ～で　～です。 ~de ~na คำนาม / ~de  ~ desu.</vt:lpstr>
      <vt:lpstr>~は、～で ～です。     いってみよう！ ~wa, ~ de ~ desu.</vt:lpstr>
      <vt:lpstr>1.Tomodachi ni tsuite, setsumee shimashoo.</vt:lpstr>
      <vt:lpstr>2. Ryoori ni tsuite, setsumee shimashoo</vt:lpstr>
      <vt:lpstr>Ryoori ni tsuite, hanashimashoo!</vt:lpstr>
      <vt:lpstr>宿題　しゅくだい shukudai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KANETA Yuichiro</dc:creator>
  <cp:lastModifiedBy>Yuichiro Kaneta</cp:lastModifiedBy>
  <cp:revision>4</cp:revision>
  <dcterms:created xsi:type="dcterms:W3CDTF">2021-10-05T11:11:42Z</dcterms:created>
  <dcterms:modified xsi:type="dcterms:W3CDTF">2026-02-25T06:51:14Z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0x010100593C16017DD1F1439642FE87AF0FF5A8</vt:lpwstr>
  </property>
  <property fmtid="{D5CDD505-2E9C-101B-9397-08002B2CF9AE}" pid="3" name="MediaServiceImageTags">
    <vt:lpwstr/>
  </property>
</Properties>
</file>