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5" r:id="rId6"/>
    <p:sldId id="261" r:id="rId7"/>
    <p:sldId id="262" r:id="rId8"/>
    <p:sldId id="263" r:id="rId9"/>
    <p:sldId id="260" r:id="rId10"/>
    <p:sldId id="264" r:id="rId11"/>
    <p:sldId id="259" r:id="rId12"/>
    <p:sldId id="258" r:id="rId13"/>
    <p:sldId id="266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NETA Yuichiro" userId="e987a6adf531f851" providerId="LiveId" clId="{2828DA0A-DED2-4994-B9D4-7EDCEB0072C1}"/>
    <pc:docChg chg="undo custSel addSld delSld modSld">
      <pc:chgData name="KANETA Yuichiro" userId="e987a6adf531f851" providerId="LiveId" clId="{2828DA0A-DED2-4994-B9D4-7EDCEB0072C1}" dt="2022-09-07T05:01:26.173" v="1268" actId="20577"/>
      <pc:docMkLst>
        <pc:docMk/>
      </pc:docMkLst>
      <pc:sldChg chg="addSp delSp modSp del">
        <pc:chgData name="KANETA Yuichiro" userId="e987a6adf531f851" providerId="LiveId" clId="{2828DA0A-DED2-4994-B9D4-7EDCEB0072C1}" dt="2022-09-07T05:00:56.227" v="1180" actId="47"/>
        <pc:sldMkLst>
          <pc:docMk/>
          <pc:sldMk cId="3045714183" sldId="257"/>
        </pc:sldMkLst>
        <pc:spChg chg="del">
          <ac:chgData name="KANETA Yuichiro" userId="e987a6adf531f851" providerId="LiveId" clId="{2828DA0A-DED2-4994-B9D4-7EDCEB0072C1}" dt="2022-09-07T05:00:41.489" v="1091" actId="21"/>
          <ac:spMkLst>
            <pc:docMk/>
            <pc:sldMk cId="3045714183" sldId="257"/>
            <ac:spMk id="3" creationId="{EAA7B57F-60DC-41EC-95CB-86ADE1BF9890}"/>
          </ac:spMkLst>
        </pc:spChg>
        <pc:spChg chg="add mod">
          <ac:chgData name="KANETA Yuichiro" userId="e987a6adf531f851" providerId="LiveId" clId="{2828DA0A-DED2-4994-B9D4-7EDCEB0072C1}" dt="2022-09-07T05:00:41.489" v="1091" actId="21"/>
          <ac:spMkLst>
            <pc:docMk/>
            <pc:sldMk cId="3045714183" sldId="257"/>
            <ac:spMk id="4" creationId="{B8AC0865-0C12-37A4-F115-72E02E21E876}"/>
          </ac:spMkLst>
        </pc:spChg>
        <pc:spChg chg="add mod">
          <ac:chgData name="KANETA Yuichiro" userId="e987a6adf531f851" providerId="LiveId" clId="{2828DA0A-DED2-4994-B9D4-7EDCEB0072C1}" dt="2022-09-07T05:00:41.489" v="1091" actId="21"/>
          <ac:spMkLst>
            <pc:docMk/>
            <pc:sldMk cId="3045714183" sldId="257"/>
            <ac:spMk id="5" creationId="{EE8A4B15-ECB2-86AB-3EFF-A0EF84AD8BF8}"/>
          </ac:spMkLst>
        </pc:spChg>
        <pc:picChg chg="del">
          <ac:chgData name="KANETA Yuichiro" userId="e987a6adf531f851" providerId="LiveId" clId="{2828DA0A-DED2-4994-B9D4-7EDCEB0072C1}" dt="2022-09-07T05:00:41.489" v="1091" actId="21"/>
          <ac:picMkLst>
            <pc:docMk/>
            <pc:sldMk cId="3045714183" sldId="257"/>
            <ac:picMk id="4102" creationId="{95807C42-9C67-4057-A10E-7B9231855514}"/>
          </ac:picMkLst>
        </pc:picChg>
      </pc:sldChg>
      <pc:sldChg chg="addSp delSp modSp mod">
        <pc:chgData name="KANETA Yuichiro" userId="e987a6adf531f851" providerId="LiveId" clId="{2828DA0A-DED2-4994-B9D4-7EDCEB0072C1}" dt="2022-09-07T05:01:26.173" v="1268" actId="20577"/>
        <pc:sldMkLst>
          <pc:docMk/>
          <pc:sldMk cId="2168765020" sldId="258"/>
        </pc:sldMkLst>
        <pc:spChg chg="mod">
          <ac:chgData name="KANETA Yuichiro" userId="e987a6adf531f851" providerId="LiveId" clId="{2828DA0A-DED2-4994-B9D4-7EDCEB0072C1}" dt="2022-09-07T05:00:26.580" v="1088" actId="20577"/>
          <ac:spMkLst>
            <pc:docMk/>
            <pc:sldMk cId="2168765020" sldId="258"/>
            <ac:spMk id="3" creationId="{EAA7B57F-60DC-41EC-95CB-86ADE1BF9890}"/>
          </ac:spMkLst>
        </pc:spChg>
        <pc:spChg chg="del mod">
          <ac:chgData name="KANETA Yuichiro" userId="e987a6adf531f851" providerId="LiveId" clId="{2828DA0A-DED2-4994-B9D4-7EDCEB0072C1}" dt="2022-09-07T05:00:30.868" v="1089" actId="478"/>
          <ac:spMkLst>
            <pc:docMk/>
            <pc:sldMk cId="2168765020" sldId="258"/>
            <ac:spMk id="5" creationId="{3222A74B-CA94-4BFB-B7C1-3DA55A46851F}"/>
          </ac:spMkLst>
        </pc:spChg>
        <pc:spChg chg="add del mod">
          <ac:chgData name="KANETA Yuichiro" userId="e987a6adf531f851" providerId="LiveId" clId="{2828DA0A-DED2-4994-B9D4-7EDCEB0072C1}" dt="2022-09-07T05:00:32.787" v="1090" actId="478"/>
          <ac:spMkLst>
            <pc:docMk/>
            <pc:sldMk cId="2168765020" sldId="258"/>
            <ac:spMk id="9" creationId="{07AAAF02-75CB-452A-B1CE-3FB0AE6EB550}"/>
          </ac:spMkLst>
        </pc:spChg>
        <pc:spChg chg="mod">
          <ac:chgData name="KANETA Yuichiro" userId="e987a6adf531f851" providerId="LiveId" clId="{2828DA0A-DED2-4994-B9D4-7EDCEB0072C1}" dt="2022-09-07T04:57:42.156" v="936" actId="14100"/>
          <ac:spMkLst>
            <pc:docMk/>
            <pc:sldMk cId="2168765020" sldId="258"/>
            <ac:spMk id="10" creationId="{AA0DEC03-FB65-4D73-BC8B-3FF2B6DF0700}"/>
          </ac:spMkLst>
        </pc:spChg>
        <pc:spChg chg="add mod">
          <ac:chgData name="KANETA Yuichiro" userId="e987a6adf531f851" providerId="LiveId" clId="{2828DA0A-DED2-4994-B9D4-7EDCEB0072C1}" dt="2022-09-07T05:01:26.173" v="1268" actId="20577"/>
          <ac:spMkLst>
            <pc:docMk/>
            <pc:sldMk cId="2168765020" sldId="258"/>
            <ac:spMk id="11" creationId="{1F98762D-4C8B-3EA5-906B-2D378421224D}"/>
          </ac:spMkLst>
        </pc:spChg>
        <pc:picChg chg="add mod">
          <ac:chgData name="KANETA Yuichiro" userId="e987a6adf531f851" providerId="LiveId" clId="{2828DA0A-DED2-4994-B9D4-7EDCEB0072C1}" dt="2022-09-07T05:00:54.829" v="1179" actId="1076"/>
          <ac:picMkLst>
            <pc:docMk/>
            <pc:sldMk cId="2168765020" sldId="258"/>
            <ac:picMk id="4" creationId="{80D6B5A1-B663-D03E-058B-119EB750C984}"/>
          </ac:picMkLst>
        </pc:picChg>
        <pc:picChg chg="del">
          <ac:chgData name="KANETA Yuichiro" userId="e987a6adf531f851" providerId="LiveId" clId="{2828DA0A-DED2-4994-B9D4-7EDCEB0072C1}" dt="2022-09-07T04:57:06.311" v="838" actId="478"/>
          <ac:picMkLst>
            <pc:docMk/>
            <pc:sldMk cId="2168765020" sldId="258"/>
            <ac:picMk id="8" creationId="{8F928C2F-E195-415E-8D0D-711E500D5E3B}"/>
          </ac:picMkLst>
        </pc:picChg>
        <pc:picChg chg="add mod">
          <ac:chgData name="KANETA Yuichiro" userId="e987a6adf531f851" providerId="LiveId" clId="{2828DA0A-DED2-4994-B9D4-7EDCEB0072C1}" dt="2022-09-07T05:00:51.331" v="1177" actId="1076"/>
          <ac:picMkLst>
            <pc:docMk/>
            <pc:sldMk cId="2168765020" sldId="258"/>
            <ac:picMk id="12" creationId="{56A214B8-C6C3-867F-3E88-31025A8DFCD8}"/>
          </ac:picMkLst>
        </pc:picChg>
        <pc:picChg chg="del">
          <ac:chgData name="KANETA Yuichiro" userId="e987a6adf531f851" providerId="LiveId" clId="{2828DA0A-DED2-4994-B9D4-7EDCEB0072C1}" dt="2022-09-07T04:58:27.252" v="1032" actId="478"/>
          <ac:picMkLst>
            <pc:docMk/>
            <pc:sldMk cId="2168765020" sldId="258"/>
            <ac:picMk id="1026" creationId="{5D8B7B47-7C84-48DD-B499-B69733F79F04}"/>
          </ac:picMkLst>
        </pc:picChg>
      </pc:sldChg>
      <pc:sldChg chg="modSp mod">
        <pc:chgData name="KANETA Yuichiro" userId="e987a6adf531f851" providerId="LiveId" clId="{2828DA0A-DED2-4994-B9D4-7EDCEB0072C1}" dt="2022-09-07T04:56:52.608" v="837"/>
        <pc:sldMkLst>
          <pc:docMk/>
          <pc:sldMk cId="1544135676" sldId="259"/>
        </pc:sldMkLst>
        <pc:spChg chg="mod">
          <ac:chgData name="KANETA Yuichiro" userId="e987a6adf531f851" providerId="LiveId" clId="{2828DA0A-DED2-4994-B9D4-7EDCEB0072C1}" dt="2022-09-07T04:56:48.922" v="835" actId="27636"/>
          <ac:spMkLst>
            <pc:docMk/>
            <pc:sldMk cId="1544135676" sldId="259"/>
            <ac:spMk id="3" creationId="{EAA7B57F-60DC-41EC-95CB-86ADE1BF9890}"/>
          </ac:spMkLst>
        </pc:spChg>
        <pc:spChg chg="mod">
          <ac:chgData name="KANETA Yuichiro" userId="e987a6adf531f851" providerId="LiveId" clId="{2828DA0A-DED2-4994-B9D4-7EDCEB0072C1}" dt="2022-09-07T04:56:22.235" v="817" actId="1076"/>
          <ac:spMkLst>
            <pc:docMk/>
            <pc:sldMk cId="1544135676" sldId="259"/>
            <ac:spMk id="11" creationId="{24D03249-D9AA-465D-863D-A24B97013292}"/>
          </ac:spMkLst>
        </pc:spChg>
        <pc:spChg chg="mod">
          <ac:chgData name="KANETA Yuichiro" userId="e987a6adf531f851" providerId="LiveId" clId="{2828DA0A-DED2-4994-B9D4-7EDCEB0072C1}" dt="2022-09-07T04:56:52.608" v="837"/>
          <ac:spMkLst>
            <pc:docMk/>
            <pc:sldMk cId="1544135676" sldId="259"/>
            <ac:spMk id="12" creationId="{E3101065-EECD-4269-B4EF-EE225F239EF6}"/>
          </ac:spMkLst>
        </pc:spChg>
      </pc:sldChg>
      <pc:sldChg chg="modSp mod">
        <pc:chgData name="KANETA Yuichiro" userId="e987a6adf531f851" providerId="LiveId" clId="{2828DA0A-DED2-4994-B9D4-7EDCEB0072C1}" dt="2022-09-07T04:56:45.720" v="832"/>
        <pc:sldMkLst>
          <pc:docMk/>
          <pc:sldMk cId="1043205015" sldId="260"/>
        </pc:sldMkLst>
        <pc:spChg chg="mod">
          <ac:chgData name="KANETA Yuichiro" userId="e987a6adf531f851" providerId="LiveId" clId="{2828DA0A-DED2-4994-B9D4-7EDCEB0072C1}" dt="2022-09-07T04:55:30.496" v="683" actId="14100"/>
          <ac:spMkLst>
            <pc:docMk/>
            <pc:sldMk cId="1043205015" sldId="260"/>
            <ac:spMk id="2" creationId="{062D6621-C916-41A5-B2EC-BDC09E78F9E6}"/>
          </ac:spMkLst>
        </pc:spChg>
        <pc:spChg chg="mod">
          <ac:chgData name="KANETA Yuichiro" userId="e987a6adf531f851" providerId="LiveId" clId="{2828DA0A-DED2-4994-B9D4-7EDCEB0072C1}" dt="2022-09-07T04:56:42.261" v="830" actId="20577"/>
          <ac:spMkLst>
            <pc:docMk/>
            <pc:sldMk cId="1043205015" sldId="260"/>
            <ac:spMk id="3" creationId="{EAA7B57F-60DC-41EC-95CB-86ADE1BF9890}"/>
          </ac:spMkLst>
        </pc:spChg>
        <pc:spChg chg="mod">
          <ac:chgData name="KANETA Yuichiro" userId="e987a6adf531f851" providerId="LiveId" clId="{2828DA0A-DED2-4994-B9D4-7EDCEB0072C1}" dt="2022-09-07T04:56:45.720" v="832"/>
          <ac:spMkLst>
            <pc:docMk/>
            <pc:sldMk cId="1043205015" sldId="260"/>
            <ac:spMk id="5" creationId="{3222A74B-CA94-4BFB-B7C1-3DA55A46851F}"/>
          </ac:spMkLst>
        </pc:spChg>
      </pc:sldChg>
      <pc:sldChg chg="modSp mod">
        <pc:chgData name="KANETA Yuichiro" userId="e987a6adf531f851" providerId="LiveId" clId="{2828DA0A-DED2-4994-B9D4-7EDCEB0072C1}" dt="2022-09-07T04:18:06.972" v="682" actId="20577"/>
        <pc:sldMkLst>
          <pc:docMk/>
          <pc:sldMk cId="2422235048" sldId="266"/>
        </pc:sldMkLst>
        <pc:spChg chg="mod">
          <ac:chgData name="KANETA Yuichiro" userId="e987a6adf531f851" providerId="LiveId" clId="{2828DA0A-DED2-4994-B9D4-7EDCEB0072C1}" dt="2022-09-07T04:18:06.972" v="682" actId="20577"/>
          <ac:spMkLst>
            <pc:docMk/>
            <pc:sldMk cId="2422235048" sldId="266"/>
            <ac:spMk id="2" creationId="{4ED8AB7B-E424-44CC-A337-4B8DAFC300DF}"/>
          </ac:spMkLst>
        </pc:spChg>
      </pc:sldChg>
      <pc:sldChg chg="modSp mod">
        <pc:chgData name="KANETA Yuichiro" userId="e987a6adf531f851" providerId="LiveId" clId="{2828DA0A-DED2-4994-B9D4-7EDCEB0072C1}" dt="2022-09-07T04:18:01.861" v="680" actId="20577"/>
        <pc:sldMkLst>
          <pc:docMk/>
          <pc:sldMk cId="331925544" sldId="269"/>
        </pc:sldMkLst>
        <pc:spChg chg="mod">
          <ac:chgData name="KANETA Yuichiro" userId="e987a6adf531f851" providerId="LiveId" clId="{2828DA0A-DED2-4994-B9D4-7EDCEB0072C1}" dt="2022-09-07T04:18:01.861" v="680" actId="20577"/>
          <ac:spMkLst>
            <pc:docMk/>
            <pc:sldMk cId="331925544" sldId="269"/>
            <ac:spMk id="2" creationId="{4ED8AB7B-E424-44CC-A337-4B8DAFC300DF}"/>
          </ac:spMkLst>
        </pc:spChg>
      </pc:sldChg>
      <pc:sldChg chg="modSp mod">
        <pc:chgData name="KANETA Yuichiro" userId="e987a6adf531f851" providerId="LiveId" clId="{2828DA0A-DED2-4994-B9D4-7EDCEB0072C1}" dt="2022-09-07T04:05:32.848" v="179" actId="20577"/>
        <pc:sldMkLst>
          <pc:docMk/>
          <pc:sldMk cId="2751952814" sldId="270"/>
        </pc:sldMkLst>
        <pc:spChg chg="mod">
          <ac:chgData name="KANETA Yuichiro" userId="e987a6adf531f851" providerId="LiveId" clId="{2828DA0A-DED2-4994-B9D4-7EDCEB0072C1}" dt="2022-09-07T04:05:32.848" v="179" actId="20577"/>
          <ac:spMkLst>
            <pc:docMk/>
            <pc:sldMk cId="2751952814" sldId="270"/>
            <ac:spMk id="2" creationId="{4ED8AB7B-E424-44CC-A337-4B8DAFC300DF}"/>
          </ac:spMkLst>
        </pc:spChg>
      </pc:sldChg>
      <pc:sldChg chg="addSp delSp modSp add mod">
        <pc:chgData name="KANETA Yuichiro" userId="e987a6adf531f851" providerId="LiveId" clId="{2828DA0A-DED2-4994-B9D4-7EDCEB0072C1}" dt="2022-09-07T04:17:52.514" v="678" actId="20577"/>
        <pc:sldMkLst>
          <pc:docMk/>
          <pc:sldMk cId="3609636974" sldId="271"/>
        </pc:sldMkLst>
        <pc:spChg chg="del">
          <ac:chgData name="KANETA Yuichiro" userId="e987a6adf531f851" providerId="LiveId" clId="{2828DA0A-DED2-4994-B9D4-7EDCEB0072C1}" dt="2022-09-07T04:08:41.852" v="190" actId="478"/>
          <ac:spMkLst>
            <pc:docMk/>
            <pc:sldMk cId="3609636974" sldId="271"/>
            <ac:spMk id="2" creationId="{4ED8AB7B-E424-44CC-A337-4B8DAFC300DF}"/>
          </ac:spMkLst>
        </pc:spChg>
        <pc:spChg chg="del">
          <ac:chgData name="KANETA Yuichiro" userId="e987a6adf531f851" providerId="LiveId" clId="{2828DA0A-DED2-4994-B9D4-7EDCEB0072C1}" dt="2022-09-07T04:08:00.478" v="181" actId="478"/>
          <ac:spMkLst>
            <pc:docMk/>
            <pc:sldMk cId="3609636974" sldId="271"/>
            <ac:spMk id="3" creationId="{A9AF0D11-E9C6-40CC-A9AA-0EB3CD94F392}"/>
          </ac:spMkLst>
        </pc:spChg>
        <pc:spChg chg="del mod">
          <ac:chgData name="KANETA Yuichiro" userId="e987a6adf531f851" providerId="LiveId" clId="{2828DA0A-DED2-4994-B9D4-7EDCEB0072C1}" dt="2022-09-07T04:12:06.305" v="535" actId="478"/>
          <ac:spMkLst>
            <pc:docMk/>
            <pc:sldMk cId="3609636974" sldId="271"/>
            <ac:spMk id="4" creationId="{9E1706AB-F1BF-447F-93D0-F1E46005C1EE}"/>
          </ac:spMkLst>
        </pc:spChg>
        <pc:spChg chg="add del mod">
          <ac:chgData name="KANETA Yuichiro" userId="e987a6adf531f851" providerId="LiveId" clId="{2828DA0A-DED2-4994-B9D4-7EDCEB0072C1}" dt="2022-09-07T04:08:03.459" v="182" actId="478"/>
          <ac:spMkLst>
            <pc:docMk/>
            <pc:sldMk cId="3609636974" sldId="271"/>
            <ac:spMk id="6" creationId="{97FC2D73-D066-200A-6EA4-1AF583349B3B}"/>
          </ac:spMkLst>
        </pc:spChg>
        <pc:spChg chg="add del">
          <ac:chgData name="KANETA Yuichiro" userId="e987a6adf531f851" providerId="LiveId" clId="{2828DA0A-DED2-4994-B9D4-7EDCEB0072C1}" dt="2022-09-07T04:08:16.373" v="184" actId="11529"/>
          <ac:spMkLst>
            <pc:docMk/>
            <pc:sldMk cId="3609636974" sldId="271"/>
            <ac:spMk id="7" creationId="{C1A61A80-21A0-822F-0C8E-E5A41D3066B8}"/>
          </ac:spMkLst>
        </pc:spChg>
        <pc:spChg chg="add mod">
          <ac:chgData name="KANETA Yuichiro" userId="e987a6adf531f851" providerId="LiveId" clId="{2828DA0A-DED2-4994-B9D4-7EDCEB0072C1}" dt="2022-09-07T04:17:52.514" v="678" actId="20577"/>
          <ac:spMkLst>
            <pc:docMk/>
            <pc:sldMk cId="3609636974" sldId="271"/>
            <ac:spMk id="8" creationId="{CE5B8CE2-E568-3D3D-86AF-59D2126AD4DA}"/>
          </ac:spMkLst>
        </pc:spChg>
        <pc:spChg chg="add del mod">
          <ac:chgData name="KANETA Yuichiro" userId="e987a6adf531f851" providerId="LiveId" clId="{2828DA0A-DED2-4994-B9D4-7EDCEB0072C1}" dt="2022-09-07T04:08:43.876" v="191" actId="478"/>
          <ac:spMkLst>
            <pc:docMk/>
            <pc:sldMk cId="3609636974" sldId="271"/>
            <ac:spMk id="10" creationId="{E6CC3299-D682-4331-D3BA-D6A0D833E3BD}"/>
          </ac:spMkLst>
        </pc:spChg>
        <pc:spChg chg="add mod">
          <ac:chgData name="KANETA Yuichiro" userId="e987a6adf531f851" providerId="LiveId" clId="{2828DA0A-DED2-4994-B9D4-7EDCEB0072C1}" dt="2022-09-07T04:13:19.365" v="621" actId="1076"/>
          <ac:spMkLst>
            <pc:docMk/>
            <pc:sldMk cId="3609636974" sldId="271"/>
            <ac:spMk id="11" creationId="{EB01F1AC-BE54-059C-7330-089BADA28225}"/>
          </ac:spMkLst>
        </pc:spChg>
        <pc:spChg chg="add mod">
          <ac:chgData name="KANETA Yuichiro" userId="e987a6adf531f851" providerId="LiveId" clId="{2828DA0A-DED2-4994-B9D4-7EDCEB0072C1}" dt="2022-09-07T04:13:22.337" v="622" actId="1076"/>
          <ac:spMkLst>
            <pc:docMk/>
            <pc:sldMk cId="3609636974" sldId="271"/>
            <ac:spMk id="12" creationId="{723F5D9E-E7A9-0453-F55D-FCC491488335}"/>
          </ac:spMkLst>
        </pc:spChg>
        <pc:spChg chg="add mod">
          <ac:chgData name="KANETA Yuichiro" userId="e987a6adf531f851" providerId="LiveId" clId="{2828DA0A-DED2-4994-B9D4-7EDCEB0072C1}" dt="2022-09-07T04:13:24.604" v="623" actId="1076"/>
          <ac:spMkLst>
            <pc:docMk/>
            <pc:sldMk cId="3609636974" sldId="271"/>
            <ac:spMk id="13" creationId="{529D434A-A65C-10C8-F3E5-1F10B6373FF9}"/>
          </ac:spMkLst>
        </pc:spChg>
        <pc:spChg chg="add mod">
          <ac:chgData name="KANETA Yuichiro" userId="e987a6adf531f851" providerId="LiveId" clId="{2828DA0A-DED2-4994-B9D4-7EDCEB0072C1}" dt="2022-09-07T04:13:27.038" v="624" actId="1076"/>
          <ac:spMkLst>
            <pc:docMk/>
            <pc:sldMk cId="3609636974" sldId="271"/>
            <ac:spMk id="14" creationId="{B6BC2D58-DBFB-193C-94E9-E5D9094D6882}"/>
          </ac:spMkLst>
        </pc:spChg>
        <pc:spChg chg="add mod">
          <ac:chgData name="KANETA Yuichiro" userId="e987a6adf531f851" providerId="LiveId" clId="{2828DA0A-DED2-4994-B9D4-7EDCEB0072C1}" dt="2022-09-07T04:13:32.005" v="626" actId="1076"/>
          <ac:spMkLst>
            <pc:docMk/>
            <pc:sldMk cId="3609636974" sldId="271"/>
            <ac:spMk id="15" creationId="{9F412330-F898-32B8-7EDB-FA49E24906A6}"/>
          </ac:spMkLst>
        </pc:spChg>
        <pc:spChg chg="add mod">
          <ac:chgData name="KANETA Yuichiro" userId="e987a6adf531f851" providerId="LiveId" clId="{2828DA0A-DED2-4994-B9D4-7EDCEB0072C1}" dt="2022-09-07T04:13:35.968" v="628" actId="14100"/>
          <ac:spMkLst>
            <pc:docMk/>
            <pc:sldMk cId="3609636974" sldId="271"/>
            <ac:spMk id="16" creationId="{AC877CEB-2AD1-4687-7009-0A83FFD2152B}"/>
          </ac:spMkLst>
        </pc:spChg>
        <pc:spChg chg="add mod">
          <ac:chgData name="KANETA Yuichiro" userId="e987a6adf531f851" providerId="LiveId" clId="{2828DA0A-DED2-4994-B9D4-7EDCEB0072C1}" dt="2022-09-07T04:14:13.960" v="638" actId="14100"/>
          <ac:spMkLst>
            <pc:docMk/>
            <pc:sldMk cId="3609636974" sldId="271"/>
            <ac:spMk id="17" creationId="{D4C03282-65DE-FFD3-D0E1-F384F8BFC794}"/>
          </ac:spMkLst>
        </pc:spChg>
        <pc:spChg chg="add del mod">
          <ac:chgData name="KANETA Yuichiro" userId="e987a6adf531f851" providerId="LiveId" clId="{2828DA0A-DED2-4994-B9D4-7EDCEB0072C1}" dt="2022-09-07T04:12:08.772" v="536" actId="478"/>
          <ac:spMkLst>
            <pc:docMk/>
            <pc:sldMk cId="3609636974" sldId="271"/>
            <ac:spMk id="19" creationId="{7BC85B37-2108-BFE6-6D29-B3382C165DFD}"/>
          </ac:spMkLst>
        </pc:spChg>
        <pc:spChg chg="add del mod">
          <ac:chgData name="KANETA Yuichiro" userId="e987a6adf531f851" providerId="LiveId" clId="{2828DA0A-DED2-4994-B9D4-7EDCEB0072C1}" dt="2022-09-07T04:14:06.150" v="635" actId="478"/>
          <ac:spMkLst>
            <pc:docMk/>
            <pc:sldMk cId="3609636974" sldId="271"/>
            <ac:spMk id="20" creationId="{6E26719B-7858-3430-6E8F-9A3D678CE26C}"/>
          </ac:spMkLst>
        </pc:spChg>
        <pc:spChg chg="add mod">
          <ac:chgData name="KANETA Yuichiro" userId="e987a6adf531f851" providerId="LiveId" clId="{2828DA0A-DED2-4994-B9D4-7EDCEB0072C1}" dt="2022-09-07T04:17:17.369" v="664" actId="14100"/>
          <ac:spMkLst>
            <pc:docMk/>
            <pc:sldMk cId="3609636974" sldId="271"/>
            <ac:spMk id="21" creationId="{087A665C-886A-FBC7-5A4E-5EC9EF42637D}"/>
          </ac:spMkLst>
        </pc:spChg>
        <pc:picChg chg="add mod">
          <ac:chgData name="KANETA Yuichiro" userId="e987a6adf531f851" providerId="LiveId" clId="{2828DA0A-DED2-4994-B9D4-7EDCEB0072C1}" dt="2022-09-07T04:16:50.241" v="646" actId="1076"/>
          <ac:picMkLst>
            <pc:docMk/>
            <pc:sldMk cId="3609636974" sldId="271"/>
            <ac:picMk id="23" creationId="{04C39115-D491-E69E-7537-86BFAE277BFC}"/>
          </ac:picMkLst>
        </pc:picChg>
        <pc:picChg chg="add mod ord">
          <ac:chgData name="KANETA Yuichiro" userId="e987a6adf531f851" providerId="LiveId" clId="{2828DA0A-DED2-4994-B9D4-7EDCEB0072C1}" dt="2022-09-07T04:17:37.930" v="676" actId="171"/>
          <ac:picMkLst>
            <pc:docMk/>
            <pc:sldMk cId="3609636974" sldId="271"/>
            <ac:picMk id="25" creationId="{70EC6902-5A3E-57FE-8A47-E02EAB898A1B}"/>
          </ac:picMkLst>
        </pc:picChg>
        <pc:picChg chg="add mod">
          <ac:chgData name="KANETA Yuichiro" userId="e987a6adf531f851" providerId="LiveId" clId="{2828DA0A-DED2-4994-B9D4-7EDCEB0072C1}" dt="2022-09-07T04:16:52.435" v="648" actId="1076"/>
          <ac:picMkLst>
            <pc:docMk/>
            <pc:sldMk cId="3609636974" sldId="271"/>
            <ac:picMk id="26" creationId="{6D526CFB-F307-FCEA-6187-7BD79499D66C}"/>
          </ac:picMkLst>
        </pc:picChg>
        <pc:picChg chg="add mod">
          <ac:chgData name="KANETA Yuichiro" userId="e987a6adf531f851" providerId="LiveId" clId="{2828DA0A-DED2-4994-B9D4-7EDCEB0072C1}" dt="2022-09-07T04:16:54.506" v="650" actId="1076"/>
          <ac:picMkLst>
            <pc:docMk/>
            <pc:sldMk cId="3609636974" sldId="271"/>
            <ac:picMk id="27" creationId="{E335B221-DD76-F7EC-F63D-F64BD4E27358}"/>
          </ac:picMkLst>
        </pc:picChg>
        <pc:picChg chg="add mod">
          <ac:chgData name="KANETA Yuichiro" userId="e987a6adf531f851" providerId="LiveId" clId="{2828DA0A-DED2-4994-B9D4-7EDCEB0072C1}" dt="2022-09-07T04:16:57.487" v="652" actId="1076"/>
          <ac:picMkLst>
            <pc:docMk/>
            <pc:sldMk cId="3609636974" sldId="271"/>
            <ac:picMk id="28" creationId="{0484B1DC-4DE3-A1A2-D740-09CA1978018A}"/>
          </ac:picMkLst>
        </pc:picChg>
        <pc:picChg chg="add mod ord">
          <ac:chgData name="KANETA Yuichiro" userId="e987a6adf531f851" providerId="LiveId" clId="{2828DA0A-DED2-4994-B9D4-7EDCEB0072C1}" dt="2022-09-07T04:17:37.930" v="676" actId="171"/>
          <ac:picMkLst>
            <pc:docMk/>
            <pc:sldMk cId="3609636974" sldId="271"/>
            <ac:picMk id="29" creationId="{2CB17EA1-7CE7-A6E2-343D-D3128E04551B}"/>
          </ac:picMkLst>
        </pc:picChg>
        <pc:picChg chg="add mod ord">
          <ac:chgData name="KANETA Yuichiro" userId="e987a6adf531f851" providerId="LiveId" clId="{2828DA0A-DED2-4994-B9D4-7EDCEB0072C1}" dt="2022-09-07T04:17:37.930" v="676" actId="171"/>
          <ac:picMkLst>
            <pc:docMk/>
            <pc:sldMk cId="3609636974" sldId="271"/>
            <ac:picMk id="30" creationId="{8C56F5E1-A56E-0587-FDB8-7D140BEC80C0}"/>
          </ac:picMkLst>
        </pc:picChg>
        <pc:picChg chg="add mod">
          <ac:chgData name="KANETA Yuichiro" userId="e987a6adf531f851" providerId="LiveId" clId="{2828DA0A-DED2-4994-B9D4-7EDCEB0072C1}" dt="2022-09-07T04:17:04.627" v="658" actId="1076"/>
          <ac:picMkLst>
            <pc:docMk/>
            <pc:sldMk cId="3609636974" sldId="271"/>
            <ac:picMk id="31" creationId="{E34A6083-EFB9-EBDE-7771-038EA845D2F6}"/>
          </ac:picMkLst>
        </pc:picChg>
        <pc:picChg chg="add mod ord">
          <ac:chgData name="KANETA Yuichiro" userId="e987a6adf531f851" providerId="LiveId" clId="{2828DA0A-DED2-4994-B9D4-7EDCEB0072C1}" dt="2022-09-07T04:17:37.930" v="676" actId="171"/>
          <ac:picMkLst>
            <pc:docMk/>
            <pc:sldMk cId="3609636974" sldId="271"/>
            <ac:picMk id="32" creationId="{CD632BB7-F8EA-94E3-124F-F61101414927}"/>
          </ac:picMkLst>
        </pc:picChg>
      </pc:sldChg>
    </pc:docChg>
  </pc:docChgLst>
  <pc:docChgLst>
    <pc:chgData name="KANETA Yuichiro" userId="e987a6adf531f851" providerId="LiveId" clId="{DF18E85B-7DC9-4E0E-B0CA-EF07DFA99056}"/>
    <pc:docChg chg="modSld">
      <pc:chgData name="KANETA Yuichiro" userId="e987a6adf531f851" providerId="LiveId" clId="{DF18E85B-7DC9-4E0E-B0CA-EF07DFA99056}" dt="2023-02-01T04:12:53.557" v="1" actId="20577"/>
      <pc:docMkLst>
        <pc:docMk/>
      </pc:docMkLst>
      <pc:sldChg chg="modSp mod">
        <pc:chgData name="KANETA Yuichiro" userId="e987a6adf531f851" providerId="LiveId" clId="{DF18E85B-7DC9-4E0E-B0CA-EF07DFA99056}" dt="2023-02-01T04:12:53.557" v="1" actId="20577"/>
        <pc:sldMkLst>
          <pc:docMk/>
          <pc:sldMk cId="1544135676" sldId="259"/>
        </pc:sldMkLst>
        <pc:spChg chg="mod">
          <ac:chgData name="KANETA Yuichiro" userId="e987a6adf531f851" providerId="LiveId" clId="{DF18E85B-7DC9-4E0E-B0CA-EF07DFA99056}" dt="2023-02-01T04:12:53.557" v="1" actId="20577"/>
          <ac:spMkLst>
            <pc:docMk/>
            <pc:sldMk cId="1544135676" sldId="259"/>
            <ac:spMk id="12" creationId="{E3101065-EECD-4269-B4EF-EE225F239EF6}"/>
          </ac:spMkLst>
        </pc:spChg>
      </pc:sldChg>
    </pc:docChg>
  </pc:docChgLst>
  <pc:docChgLst>
    <pc:chgData name="Yuichiro Kaneta" userId="f4aa7166-965a-4d82-a20e-c3b29afff24a" providerId="ADAL" clId="{A82747F4-8933-465D-A8A0-49E92ED36DC6}"/>
    <pc:docChg chg="custSel modSld">
      <pc:chgData name="Yuichiro Kaneta" userId="f4aa7166-965a-4d82-a20e-c3b29afff24a" providerId="ADAL" clId="{A82747F4-8933-465D-A8A0-49E92ED36DC6}" dt="2024-10-30T06:50:00.212" v="85" actId="20577"/>
      <pc:docMkLst>
        <pc:docMk/>
      </pc:docMkLst>
      <pc:sldChg chg="delSp mod">
        <pc:chgData name="Yuichiro Kaneta" userId="f4aa7166-965a-4d82-a20e-c3b29afff24a" providerId="ADAL" clId="{A82747F4-8933-465D-A8A0-49E92ED36DC6}" dt="2024-10-30T06:47:43.954" v="0" actId="478"/>
        <pc:sldMkLst>
          <pc:docMk/>
          <pc:sldMk cId="3667728410" sldId="265"/>
        </pc:sldMkLst>
        <pc:spChg chg="del">
          <ac:chgData name="Yuichiro Kaneta" userId="f4aa7166-965a-4d82-a20e-c3b29afff24a" providerId="ADAL" clId="{A82747F4-8933-465D-A8A0-49E92ED36DC6}" dt="2024-10-30T06:47:43.954" v="0" actId="478"/>
          <ac:spMkLst>
            <pc:docMk/>
            <pc:sldMk cId="3667728410" sldId="265"/>
            <ac:spMk id="3" creationId="{7B380E37-56F1-7F8E-F468-402CC696AAF8}"/>
          </ac:spMkLst>
        </pc:spChg>
      </pc:sldChg>
      <pc:sldChg chg="modSp mod">
        <pc:chgData name="Yuichiro Kaneta" userId="f4aa7166-965a-4d82-a20e-c3b29afff24a" providerId="ADAL" clId="{A82747F4-8933-465D-A8A0-49E92ED36DC6}" dt="2024-10-30T06:48:11.745" v="8" actId="20577"/>
        <pc:sldMkLst>
          <pc:docMk/>
          <pc:sldMk cId="2422235048" sldId="266"/>
        </pc:sldMkLst>
        <pc:spChg chg="mod">
          <ac:chgData name="Yuichiro Kaneta" userId="f4aa7166-965a-4d82-a20e-c3b29afff24a" providerId="ADAL" clId="{A82747F4-8933-465D-A8A0-49E92ED36DC6}" dt="2024-10-30T06:48:09.119" v="4" actId="20577"/>
          <ac:spMkLst>
            <pc:docMk/>
            <pc:sldMk cId="2422235048" sldId="266"/>
            <ac:spMk id="3" creationId="{A9AF0D11-E9C6-40CC-A9AA-0EB3CD94F392}"/>
          </ac:spMkLst>
        </pc:spChg>
        <pc:spChg chg="mod">
          <ac:chgData name="Yuichiro Kaneta" userId="f4aa7166-965a-4d82-a20e-c3b29afff24a" providerId="ADAL" clId="{A82747F4-8933-465D-A8A0-49E92ED36DC6}" dt="2024-10-30T06:48:11.745" v="8" actId="20577"/>
          <ac:spMkLst>
            <pc:docMk/>
            <pc:sldMk cId="2422235048" sldId="266"/>
            <ac:spMk id="4" creationId="{9E1706AB-F1BF-447F-93D0-F1E46005C1EE}"/>
          </ac:spMkLst>
        </pc:spChg>
      </pc:sldChg>
      <pc:sldChg chg="modSp mod">
        <pc:chgData name="Yuichiro Kaneta" userId="f4aa7166-965a-4d82-a20e-c3b29afff24a" providerId="ADAL" clId="{A82747F4-8933-465D-A8A0-49E92ED36DC6}" dt="2024-10-30T06:50:00.212" v="85" actId="20577"/>
        <pc:sldMkLst>
          <pc:docMk/>
          <pc:sldMk cId="2751952814" sldId="270"/>
        </pc:sldMkLst>
        <pc:spChg chg="mod">
          <ac:chgData name="Yuichiro Kaneta" userId="f4aa7166-965a-4d82-a20e-c3b29afff24a" providerId="ADAL" clId="{A82747F4-8933-465D-A8A0-49E92ED36DC6}" dt="2024-10-30T06:49:50.405" v="81" actId="27636"/>
          <ac:spMkLst>
            <pc:docMk/>
            <pc:sldMk cId="2751952814" sldId="270"/>
            <ac:spMk id="3" creationId="{A9AF0D11-E9C6-40CC-A9AA-0EB3CD94F392}"/>
          </ac:spMkLst>
        </pc:spChg>
        <pc:spChg chg="mod">
          <ac:chgData name="Yuichiro Kaneta" userId="f4aa7166-965a-4d82-a20e-c3b29afff24a" providerId="ADAL" clId="{A82747F4-8933-465D-A8A0-49E92ED36DC6}" dt="2024-10-30T06:50:00.212" v="85" actId="20577"/>
          <ac:spMkLst>
            <pc:docMk/>
            <pc:sldMk cId="2751952814" sldId="270"/>
            <ac:spMk id="4" creationId="{9E1706AB-F1BF-447F-93D0-F1E46005C1EE}"/>
          </ac:spMkLst>
        </pc:spChg>
      </pc:sldChg>
      <pc:sldChg chg="modSp mod">
        <pc:chgData name="Yuichiro Kaneta" userId="f4aa7166-965a-4d82-a20e-c3b29afff24a" providerId="ADAL" clId="{A82747F4-8933-465D-A8A0-49E92ED36DC6}" dt="2024-10-30T06:48:39.456" v="11" actId="20577"/>
        <pc:sldMkLst>
          <pc:docMk/>
          <pc:sldMk cId="3609636974" sldId="271"/>
        </pc:sldMkLst>
        <pc:spChg chg="mod">
          <ac:chgData name="Yuichiro Kaneta" userId="f4aa7166-965a-4d82-a20e-c3b29afff24a" providerId="ADAL" clId="{A82747F4-8933-465D-A8A0-49E92ED36DC6}" dt="2024-10-30T06:48:39.456" v="11" actId="20577"/>
          <ac:spMkLst>
            <pc:docMk/>
            <pc:sldMk cId="3609636974" sldId="271"/>
            <ac:spMk id="14" creationId="{B6BC2D58-DBFB-193C-94E9-E5D9094D688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38CC5D-33C7-4F88-B08C-9BCED31276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0390EBE-46BD-43F6-A43F-F974C9145C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8B42784-0E04-448C-AA13-08CA624A8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170F5-101A-4657-A05D-A14FFFC08D1F}" type="datetimeFigureOut">
              <a:rPr kumimoji="1" lang="ja-JP" altLang="en-US" smtClean="0"/>
              <a:t>2024/10/30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AB39869-9AE2-4EFF-8223-CBDA5713F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A9F06FE-270A-462F-ABA2-95CDF98C3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DC6C-5B60-4B45-800D-91D267F3E0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0946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C67379-E617-4896-994E-2A32CD6D7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5AF2976-5D35-4BDA-B461-7946DAE25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80636D-1C42-43AA-B023-9FF25EBC9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170F5-101A-4657-A05D-A14FFFC08D1F}" type="datetimeFigureOut">
              <a:rPr kumimoji="1" lang="ja-JP" altLang="en-US" smtClean="0"/>
              <a:t>2024/10/30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F4BC908-8AC7-4629-8DA6-FA44CF02E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059A880-963C-435D-B8D2-400FD47B3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DC6C-5B60-4B45-800D-91D267F3E0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646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FF5FBE-4194-42D2-A25B-2A31C166F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A6462EA-FE17-4FC9-9A02-EE840A5A93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251E90F-2EEB-4E81-ADB7-6B1E64042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170F5-101A-4657-A05D-A14FFFC08D1F}" type="datetimeFigureOut">
              <a:rPr kumimoji="1" lang="ja-JP" altLang="en-US" smtClean="0"/>
              <a:t>2024/10/30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1C5B2F6-FEAD-4D0B-8535-E85C120DF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461DF0F-D88B-49DC-89F9-412A21876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DC6C-5B60-4B45-800D-91D267F3E0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6296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310C61-C8AA-4501-A07B-4AA14B402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D43A266-3C32-4BFE-9E0C-F09627CC99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80A3C6C-89DA-4D28-9EC2-423C50DC66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5A11362-9AD0-49C9-9762-69CCABDDE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170F5-101A-4657-A05D-A14FFFC08D1F}" type="datetimeFigureOut">
              <a:rPr kumimoji="1" lang="ja-JP" altLang="en-US" smtClean="0"/>
              <a:t>2024/10/30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410AE83-B04B-4693-AA65-72ED55916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6A83EE0-DF9A-4709-AAA4-625A7D727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DC6C-5B60-4B45-800D-91D267F3E0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675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D34BDB-17BD-4C39-AC1E-A609BD36B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66AAE43-C272-4FDC-9854-94D8F3B68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DDAA719-D309-4C4E-921B-56C87E677B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30D6E34-4604-4A30-AB32-434F12020C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F54DB61-2A7A-4A79-8D64-0397E08BBD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64FA90A-5504-4526-84F4-E55E44A6D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170F5-101A-4657-A05D-A14FFFC08D1F}" type="datetimeFigureOut">
              <a:rPr kumimoji="1" lang="ja-JP" altLang="en-US" smtClean="0"/>
              <a:t>2024/10/30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F8344D1-48D0-4960-9386-6C298A583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EB8EF78-7889-4410-BC86-83199261A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DC6C-5B60-4B45-800D-91D267F3E0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54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6BF53B-7C8C-4F82-B400-7413B775C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29998E2-170E-401B-8411-99DA8428D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170F5-101A-4657-A05D-A14FFFC08D1F}" type="datetimeFigureOut">
              <a:rPr kumimoji="1" lang="ja-JP" altLang="en-US" smtClean="0"/>
              <a:t>2024/10/30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47E6C97-B5D6-4F54-A124-EBE823A31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73A2C57-F2D2-4D8E-AD36-27B939DFC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DC6C-5B60-4B45-800D-91D267F3E0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5916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1819F51-1123-4CF9-8AAC-BE1AA534D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170F5-101A-4657-A05D-A14FFFC08D1F}" type="datetimeFigureOut">
              <a:rPr kumimoji="1" lang="ja-JP" altLang="en-US" smtClean="0"/>
              <a:t>2024/10/30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988789B-6420-44ED-B312-2CA6605D3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06BA42-1ACA-4DAF-8204-88733EE6D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DC6C-5B60-4B45-800D-91D267F3E0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7241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14198A-5FB8-4499-9D3E-E11E62688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B73A756-1F19-436D-BD97-D3CD64F22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1DEBB0D-1F59-4EFF-88F7-6E82D3EDBC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600F64C-00E1-47E0-A24B-24B31DF00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170F5-101A-4657-A05D-A14FFFC08D1F}" type="datetimeFigureOut">
              <a:rPr kumimoji="1" lang="ja-JP" altLang="en-US" smtClean="0"/>
              <a:t>2024/10/30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F6DC683-8050-46EE-BD3D-E5C702FE5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F0CA67-D524-4381-9D96-D41D69082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DC6C-5B60-4B45-800D-91D267F3E0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1201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60A059-5760-4FC6-B0A5-21027B461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A992A86-2CD7-4684-BD10-C17328E1C2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619D27F-8BAB-4D6F-9CC1-17EEC03158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759BB00-8174-49A4-8D94-17EF62E0C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170F5-101A-4657-A05D-A14FFFC08D1F}" type="datetimeFigureOut">
              <a:rPr kumimoji="1" lang="ja-JP" altLang="en-US" smtClean="0"/>
              <a:t>2024/10/30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A3230CE-6684-4E58-B004-4A10AA7DB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C3EBE55-7C09-4635-94AD-AE27FDA1A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DC6C-5B60-4B45-800D-91D267F3E0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8643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D86FE6-98C1-43B9-B610-D7F33F07E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C28FB9C-0A46-46E6-B98B-AE1BFF3D52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6A2B7F7-459E-4F98-9982-0055AA2FA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170F5-101A-4657-A05D-A14FFFC08D1F}" type="datetimeFigureOut">
              <a:rPr kumimoji="1" lang="ja-JP" altLang="en-US" smtClean="0"/>
              <a:t>2024/10/30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2A42A26-425D-4145-B056-D9BAA014E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36D78E-CB4C-4CD0-905E-2315CCBB3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DC6C-5B60-4B45-800D-91D267F3E0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9214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C16200B-395B-40EA-A1DB-04CD66589D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91B19E9-0129-4124-8226-A628667E3E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3813DA-C819-4A4C-AA30-993C981CB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170F5-101A-4657-A05D-A14FFFC08D1F}" type="datetimeFigureOut">
              <a:rPr kumimoji="1" lang="ja-JP" altLang="en-US" smtClean="0"/>
              <a:t>2024/10/30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F7123EC-E588-4788-84B2-11AC4C777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A6353F-8E56-4D19-A83E-0FB2A08CC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DC6C-5B60-4B45-800D-91D267F3E0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3187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DE3E116-890F-4342-979D-A7B500A13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CAA86DC-2704-4554-889F-5E1192B86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78124D-50B1-4EB8-8846-D9AB0850F4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170F5-101A-4657-A05D-A14FFFC08D1F}" type="datetimeFigureOut">
              <a:rPr kumimoji="1" lang="ja-JP" altLang="en-US" smtClean="0"/>
              <a:t>2024/10/30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FC6040-2288-4DF4-B6F7-A48D8FF48C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BE293E0-0F7B-45B2-9A7E-18B129C0DD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62DC6C-5B60-4B45-800D-91D267F3E0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4799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98F89E-FACE-429B-A4F9-5563C45D74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ja-JP" dirty="0"/>
              <a:t>(I adjective)</a:t>
            </a:r>
            <a:r>
              <a:rPr kumimoji="1" lang="ja-JP" altLang="en-US" dirty="0"/>
              <a:t>かったです。</a:t>
            </a:r>
            <a:br>
              <a:rPr kumimoji="1" lang="en-US" altLang="ja-JP" dirty="0"/>
            </a:br>
            <a:br>
              <a:rPr kumimoji="1" lang="en-US" altLang="ja-JP" dirty="0"/>
            </a:br>
            <a:r>
              <a:rPr lang="en-US" altLang="ja-JP" dirty="0"/>
              <a:t>(NA adjective)</a:t>
            </a:r>
            <a:r>
              <a:rPr kumimoji="1" lang="ja-JP" altLang="en-US" dirty="0"/>
              <a:t>でした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0EC3AFD-9BC6-4FE0-B21D-CD01C26208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39975"/>
            <a:ext cx="9144000" cy="1655762"/>
          </a:xfrm>
        </p:spPr>
        <p:txBody>
          <a:bodyPr>
            <a:normAutofit fontScale="40000" lnSpcReduction="20000"/>
          </a:bodyPr>
          <a:lstStyle/>
          <a:p>
            <a:r>
              <a:rPr lang="en-US" altLang="ja-JP" sz="9600" dirty="0"/>
              <a:t>(I adjective)</a:t>
            </a:r>
            <a:r>
              <a:rPr lang="en-US" altLang="ja-JP" sz="9600" dirty="0" err="1"/>
              <a:t>kattadesu</a:t>
            </a:r>
            <a:endParaRPr lang="en-US" altLang="ja-JP" sz="9600" dirty="0"/>
          </a:p>
          <a:p>
            <a:br>
              <a:rPr kumimoji="1" lang="en-US" altLang="ja-JP" sz="9600" dirty="0"/>
            </a:br>
            <a:r>
              <a:rPr lang="en-US" altLang="ja-JP" sz="9600" dirty="0"/>
              <a:t>(NA adjective)</a:t>
            </a:r>
            <a:r>
              <a:rPr lang="en-US" altLang="ja-JP" sz="9600" dirty="0" err="1"/>
              <a:t>deshita</a:t>
            </a:r>
            <a:endParaRPr kumimoji="1" lang="ja-JP" altLang="en-US" sz="5400" dirty="0"/>
          </a:p>
        </p:txBody>
      </p:sp>
    </p:spTree>
    <p:extLst>
      <p:ext uri="{BB962C8B-B14F-4D97-AF65-F5344CB8AC3E}">
        <p14:creationId xmlns:p14="http://schemas.microsoft.com/office/powerpoint/2010/main" val="2079873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31D87E-FAC3-46DE-8255-062BFF9D9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I adjective</a:t>
            </a:r>
            <a:br>
              <a:rPr lang="en-US" altLang="ja-JP" dirty="0"/>
            </a:br>
            <a:br>
              <a:rPr lang="en-US" altLang="ja-JP" dirty="0"/>
            </a:br>
            <a:r>
              <a:rPr lang="ja-JP" altLang="en-US" sz="2800" dirty="0"/>
              <a:t>おいしい、やすい、にがい、すっぱい、たのしい、おもしろい</a:t>
            </a:r>
            <a:r>
              <a:rPr lang="en-US" altLang="ja-JP" sz="2800" dirty="0"/>
              <a:t>…</a:t>
            </a:r>
            <a:br>
              <a:rPr lang="en-US" altLang="ja-JP" sz="2800" dirty="0"/>
            </a:br>
            <a:r>
              <a:rPr lang="en-US" altLang="ja-JP" sz="2800" dirty="0" err="1"/>
              <a:t>oishii</a:t>
            </a:r>
            <a:r>
              <a:rPr lang="en-US" altLang="ja-JP" sz="2800" dirty="0"/>
              <a:t>, 	</a:t>
            </a:r>
            <a:r>
              <a:rPr lang="en-US" altLang="ja-JP" sz="2800" dirty="0" err="1"/>
              <a:t>yasui</a:t>
            </a:r>
            <a:r>
              <a:rPr lang="en-US" altLang="ja-JP" sz="2800" dirty="0"/>
              <a:t>,    </a:t>
            </a:r>
            <a:r>
              <a:rPr lang="en-US" altLang="ja-JP" sz="2800" dirty="0" err="1"/>
              <a:t>nigai</a:t>
            </a:r>
            <a:r>
              <a:rPr lang="en-US" altLang="ja-JP" sz="2800" dirty="0"/>
              <a:t>,	 </a:t>
            </a:r>
            <a:r>
              <a:rPr lang="en-US" altLang="ja-JP" sz="2800" dirty="0" err="1"/>
              <a:t>suppai</a:t>
            </a:r>
            <a:r>
              <a:rPr lang="en-US" altLang="ja-JP" sz="2800" dirty="0"/>
              <a:t>,      </a:t>
            </a:r>
            <a:r>
              <a:rPr lang="en-US" altLang="ja-JP" sz="2800" dirty="0" err="1"/>
              <a:t>tanoshii</a:t>
            </a:r>
            <a:r>
              <a:rPr lang="en-US" altLang="ja-JP" sz="2800" dirty="0"/>
              <a:t>,	 </a:t>
            </a:r>
            <a:r>
              <a:rPr lang="en-US" altLang="ja-JP" sz="2800" dirty="0" err="1"/>
              <a:t>omoshiroi</a:t>
            </a:r>
            <a:r>
              <a:rPr lang="en-US" altLang="ja-JP" sz="2800" dirty="0"/>
              <a:t>…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67728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2D6621-C916-41A5-B2EC-BDC09E78F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613" y="202804"/>
            <a:ext cx="10515600" cy="823912"/>
          </a:xfrm>
        </p:spPr>
        <p:txBody>
          <a:bodyPr>
            <a:noAutofit/>
          </a:bodyPr>
          <a:lstStyle/>
          <a:p>
            <a:r>
              <a:rPr lang="en-US" altLang="ja-JP" sz="3200" dirty="0"/>
              <a:t>(I adjective)</a:t>
            </a:r>
            <a:r>
              <a:rPr kumimoji="1" lang="ja-JP" altLang="en-US" sz="3200" dirty="0"/>
              <a:t>かったです。</a:t>
            </a:r>
            <a:r>
              <a:rPr lang="en-US" altLang="ja-JP" sz="3200" dirty="0"/>
              <a:t>	(I adjective)</a:t>
            </a:r>
            <a:r>
              <a:rPr lang="en-US" altLang="ja-JP" sz="3200" dirty="0" err="1"/>
              <a:t>kattadesu</a:t>
            </a:r>
            <a:endParaRPr kumimoji="1" lang="ja-JP" altLang="en-US" sz="2000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AA7B57F-60DC-41EC-95CB-86ADE1BF98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23975"/>
            <a:ext cx="5157787" cy="1181100"/>
          </a:xfrm>
        </p:spPr>
        <p:txBody>
          <a:bodyPr>
            <a:normAutofit fontScale="92500" lnSpcReduction="10000"/>
          </a:bodyPr>
          <a:lstStyle/>
          <a:p>
            <a:r>
              <a:rPr lang="ja-JP" altLang="en-US" dirty="0"/>
              <a:t>ラーメン、どうでしたか？</a:t>
            </a:r>
            <a:endParaRPr lang="en-US" altLang="ja-JP" dirty="0"/>
          </a:p>
          <a:p>
            <a:r>
              <a:rPr kumimoji="1" lang="en-US" altLang="ja-JP" dirty="0"/>
              <a:t>Ra-men, doo </a:t>
            </a:r>
            <a:r>
              <a:rPr kumimoji="1" lang="en-US" altLang="ja-JP" dirty="0" err="1"/>
              <a:t>deshitaka</a:t>
            </a:r>
            <a:r>
              <a:rPr kumimoji="1" lang="ja-JP" altLang="en-US" dirty="0"/>
              <a:t>？</a:t>
            </a:r>
            <a:endParaRPr kumimoji="1" lang="en-US" altLang="ja-JP" dirty="0"/>
          </a:p>
          <a:p>
            <a:r>
              <a:rPr lang="en-US" altLang="ja-JP" dirty="0"/>
              <a:t>	</a:t>
            </a:r>
            <a:r>
              <a:rPr lang="ja-JP" altLang="en-US" dirty="0"/>
              <a:t>→おいしい</a:t>
            </a:r>
            <a:r>
              <a:rPr kumimoji="1" lang="en-US" altLang="ja-JP" dirty="0"/>
              <a:t>	</a:t>
            </a:r>
            <a:r>
              <a:rPr lang="en-US" altLang="ja-JP" dirty="0" err="1"/>
              <a:t>oishii</a:t>
            </a:r>
            <a:endParaRPr kumimoji="1" lang="en-US" altLang="ja-JP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222A74B-CA94-4BFB-B7C1-3DA55A4685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4427" y="1126729"/>
            <a:ext cx="5183188" cy="1266052"/>
          </a:xfrm>
        </p:spPr>
        <p:txBody>
          <a:bodyPr>
            <a:normAutofit fontScale="92500" lnSpcReduction="10000"/>
          </a:bodyPr>
          <a:lstStyle/>
          <a:p>
            <a:r>
              <a:rPr lang="ja-JP" altLang="en-US" dirty="0"/>
              <a:t>そばや、どう</a:t>
            </a:r>
            <a:r>
              <a:rPr kumimoji="1" lang="ja-JP" altLang="en-US" dirty="0"/>
              <a:t>でしたか？</a:t>
            </a:r>
            <a:endParaRPr kumimoji="1" lang="en-US" altLang="ja-JP" dirty="0"/>
          </a:p>
          <a:p>
            <a:r>
              <a:rPr kumimoji="1" lang="en-US" altLang="ja-JP" dirty="0" err="1"/>
              <a:t>Sobaya</a:t>
            </a:r>
            <a:r>
              <a:rPr kumimoji="1" lang="en-US" altLang="ja-JP" dirty="0"/>
              <a:t>, doo </a:t>
            </a:r>
            <a:r>
              <a:rPr kumimoji="1" lang="en-US" altLang="ja-JP" dirty="0" err="1"/>
              <a:t>deshitaka</a:t>
            </a:r>
            <a:r>
              <a:rPr kumimoji="1" lang="en-US" altLang="ja-JP" dirty="0"/>
              <a:t>?</a:t>
            </a:r>
          </a:p>
          <a:p>
            <a:r>
              <a:rPr lang="en-US" altLang="ja-JP" dirty="0"/>
              <a:t>	</a:t>
            </a:r>
            <a:r>
              <a:rPr lang="ja-JP" altLang="en-US" dirty="0"/>
              <a:t>→やすい</a:t>
            </a:r>
            <a:r>
              <a:rPr lang="en-US" altLang="ja-JP" dirty="0"/>
              <a:t>	</a:t>
            </a:r>
            <a:r>
              <a:rPr lang="en-US" altLang="ja-JP" dirty="0" err="1"/>
              <a:t>yasui</a:t>
            </a:r>
            <a:endParaRPr lang="en-US" altLang="ja-JP" dirty="0"/>
          </a:p>
        </p:txBody>
      </p:sp>
      <p:pic>
        <p:nvPicPr>
          <p:cNvPr id="2050" name="Picture 2" descr="フリーイラスト] 信州そば屋のお店 - パブリックドメインQ：著作権フリー画像素材集">
            <a:extLst>
              <a:ext uri="{FF2B5EF4-FFF2-40B4-BE49-F238E27FC236}">
                <a16:creationId xmlns:a16="http://schemas.microsoft.com/office/drawing/2014/main" id="{95652C7B-7308-4C4B-BF50-FD2DB7C032C2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46825" y="2772256"/>
            <a:ext cx="5183188" cy="315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ざる蕎麦02 | フリー素材ドットコム">
            <a:extLst>
              <a:ext uri="{FF2B5EF4-FFF2-40B4-BE49-F238E27FC236}">
                <a16:creationId xmlns:a16="http://schemas.microsoft.com/office/drawing/2014/main" id="{C0B49044-35B1-47AC-A163-703FCA8094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74447" y="4850146"/>
            <a:ext cx="2175700" cy="1451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ラーメン | フリー素材ドットコム">
            <a:extLst>
              <a:ext uri="{FF2B5EF4-FFF2-40B4-BE49-F238E27FC236}">
                <a16:creationId xmlns:a16="http://schemas.microsoft.com/office/drawing/2014/main" id="{30E59B08-69FD-4BBA-9F2F-40E3F709B3D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1761" y="2874566"/>
            <a:ext cx="5260011" cy="2945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4643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2D6621-C916-41A5-B2EC-BDC09E78F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176" y="222251"/>
            <a:ext cx="10515600" cy="823912"/>
          </a:xfrm>
        </p:spPr>
        <p:txBody>
          <a:bodyPr>
            <a:noAutofit/>
          </a:bodyPr>
          <a:lstStyle/>
          <a:p>
            <a:r>
              <a:rPr lang="en-US" altLang="ja-JP" sz="3200" dirty="0"/>
              <a:t>(I adjective)</a:t>
            </a:r>
            <a:r>
              <a:rPr kumimoji="1" lang="ja-JP" altLang="en-US" sz="3200" dirty="0"/>
              <a:t>かったです。</a:t>
            </a:r>
            <a:r>
              <a:rPr lang="en-US" altLang="ja-JP" sz="3200" dirty="0"/>
              <a:t>	(I adjective)</a:t>
            </a:r>
            <a:r>
              <a:rPr lang="en-US" altLang="ja-JP" sz="3200" dirty="0" err="1"/>
              <a:t>kattadesu</a:t>
            </a:r>
            <a:endParaRPr kumimoji="1" lang="ja-JP" altLang="en-US" sz="2000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AA7B57F-60DC-41EC-95CB-86ADE1BF98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4344" y="1269207"/>
            <a:ext cx="5157787" cy="1235868"/>
          </a:xfrm>
        </p:spPr>
        <p:txBody>
          <a:bodyPr>
            <a:normAutofit lnSpcReduction="10000"/>
          </a:bodyPr>
          <a:lstStyle/>
          <a:p>
            <a:r>
              <a:rPr lang="ja-JP" altLang="en-US" dirty="0"/>
              <a:t>ソムタム、どうでしたか？</a:t>
            </a:r>
            <a:endParaRPr lang="en-US" altLang="ja-JP" dirty="0"/>
          </a:p>
          <a:p>
            <a:r>
              <a:rPr kumimoji="1" lang="en-US" altLang="ja-JP" dirty="0" err="1"/>
              <a:t>Somutamu</a:t>
            </a:r>
            <a:r>
              <a:rPr kumimoji="1" lang="en-US" altLang="ja-JP" dirty="0"/>
              <a:t>, doo</a:t>
            </a:r>
            <a:r>
              <a:rPr lang="ja-JP" altLang="en-US" dirty="0"/>
              <a:t> </a:t>
            </a:r>
            <a:r>
              <a:rPr kumimoji="1" lang="en-US" altLang="ja-JP" dirty="0" err="1"/>
              <a:t>deshitaka</a:t>
            </a:r>
            <a:r>
              <a:rPr kumimoji="1" lang="ja-JP" altLang="en-US" dirty="0"/>
              <a:t>？</a:t>
            </a:r>
            <a:endParaRPr kumimoji="1" lang="en-US" altLang="ja-JP" dirty="0"/>
          </a:p>
          <a:p>
            <a:r>
              <a:rPr kumimoji="1" lang="en-US" altLang="ja-JP" dirty="0"/>
              <a:t>	</a:t>
            </a:r>
            <a:r>
              <a:rPr kumimoji="1" lang="ja-JP" altLang="en-US" dirty="0"/>
              <a:t>→からい</a:t>
            </a:r>
            <a:r>
              <a:rPr kumimoji="1" lang="en-US" altLang="ja-JP" dirty="0"/>
              <a:t>	</a:t>
            </a:r>
            <a:r>
              <a:rPr kumimoji="1" lang="en-US" altLang="ja-JP" dirty="0" err="1"/>
              <a:t>karai</a:t>
            </a:r>
            <a:endParaRPr kumimoji="1" lang="en-US" altLang="ja-JP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222A74B-CA94-4BFB-B7C1-3DA55A4685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046163"/>
            <a:ext cx="5183188" cy="1458912"/>
          </a:xfrm>
        </p:spPr>
        <p:txBody>
          <a:bodyPr>
            <a:normAutofit lnSpcReduction="10000"/>
          </a:bodyPr>
          <a:lstStyle/>
          <a:p>
            <a:r>
              <a:rPr lang="ja-JP" altLang="en-US" dirty="0"/>
              <a:t>カフェラテ、どう</a:t>
            </a:r>
            <a:r>
              <a:rPr kumimoji="1" lang="ja-JP" altLang="en-US" dirty="0"/>
              <a:t>でしたか？</a:t>
            </a:r>
            <a:endParaRPr kumimoji="1" lang="en-US" altLang="ja-JP" dirty="0"/>
          </a:p>
          <a:p>
            <a:r>
              <a:rPr kumimoji="1" lang="en-US" altLang="ja-JP" dirty="0" err="1"/>
              <a:t>Kaferate</a:t>
            </a:r>
            <a:r>
              <a:rPr kumimoji="1" lang="en-US" altLang="ja-JP" dirty="0"/>
              <a:t>, doo </a:t>
            </a:r>
            <a:r>
              <a:rPr kumimoji="1" lang="en-US" altLang="ja-JP" dirty="0" err="1"/>
              <a:t>deshitaka</a:t>
            </a:r>
            <a:r>
              <a:rPr kumimoji="1" lang="en-US" altLang="ja-JP" dirty="0"/>
              <a:t>?</a:t>
            </a:r>
          </a:p>
          <a:p>
            <a:r>
              <a:rPr lang="en-US" altLang="ja-JP" dirty="0"/>
              <a:t>	</a:t>
            </a:r>
            <a:r>
              <a:rPr lang="ja-JP" altLang="en-US" dirty="0"/>
              <a:t>→あまい</a:t>
            </a:r>
            <a:r>
              <a:rPr lang="en-US" altLang="ja-JP" dirty="0"/>
              <a:t>	</a:t>
            </a:r>
            <a:r>
              <a:rPr lang="en-US" altLang="ja-JP" dirty="0" err="1"/>
              <a:t>amai</a:t>
            </a:r>
            <a:endParaRPr lang="en-US" altLang="ja-JP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2347F543-6BDB-4CB3-9A1C-B24D625943D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9788" y="2772256"/>
            <a:ext cx="3931717" cy="3778135"/>
          </a:xfrm>
          <a:prstGeom prst="rect">
            <a:avLst/>
          </a:prstGeom>
        </p:spPr>
      </p:pic>
      <p:pic>
        <p:nvPicPr>
          <p:cNvPr id="10" name="コンテンツ プレースホルダー 9">
            <a:extLst>
              <a:ext uri="{FF2B5EF4-FFF2-40B4-BE49-F238E27FC236}">
                <a16:creationId xmlns:a16="http://schemas.microsoft.com/office/drawing/2014/main" id="{E5774433-6EAF-439F-9576-DF4D793168F2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72200" y="2618290"/>
            <a:ext cx="5183188" cy="3458158"/>
          </a:xfrm>
        </p:spPr>
      </p:pic>
    </p:spTree>
    <p:extLst>
      <p:ext uri="{BB962C8B-B14F-4D97-AF65-F5344CB8AC3E}">
        <p14:creationId xmlns:p14="http://schemas.microsoft.com/office/powerpoint/2010/main" val="21276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2D6621-C916-41A5-B2EC-BDC09E78F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176" y="286099"/>
            <a:ext cx="10515600" cy="673100"/>
          </a:xfrm>
        </p:spPr>
        <p:txBody>
          <a:bodyPr>
            <a:noAutofit/>
          </a:bodyPr>
          <a:lstStyle/>
          <a:p>
            <a:r>
              <a:rPr lang="en-US" altLang="ja-JP" sz="3200" dirty="0"/>
              <a:t>(I adjective)</a:t>
            </a:r>
            <a:r>
              <a:rPr kumimoji="1" lang="ja-JP" altLang="en-US" sz="3200" dirty="0"/>
              <a:t>かったです。</a:t>
            </a:r>
            <a:r>
              <a:rPr lang="en-US" altLang="ja-JP" sz="3200" dirty="0"/>
              <a:t>	(I adjective)</a:t>
            </a:r>
            <a:r>
              <a:rPr lang="en-US" altLang="ja-JP" sz="3200" dirty="0" err="1"/>
              <a:t>kattadesu</a:t>
            </a:r>
            <a:endParaRPr kumimoji="1" lang="ja-JP" altLang="en-US" sz="2000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AA7B57F-60DC-41EC-95CB-86ADE1BF98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959199"/>
            <a:ext cx="5157787" cy="1545876"/>
          </a:xfrm>
        </p:spPr>
        <p:txBody>
          <a:bodyPr>
            <a:normAutofit/>
          </a:bodyPr>
          <a:lstStyle/>
          <a:p>
            <a:r>
              <a:rPr lang="ja-JP" altLang="en-US" dirty="0"/>
              <a:t>コーヒー、どうでしたか？</a:t>
            </a:r>
            <a:endParaRPr lang="en-US" altLang="ja-JP" dirty="0"/>
          </a:p>
          <a:p>
            <a:r>
              <a:rPr kumimoji="1" lang="en-US" altLang="ja-JP" dirty="0"/>
              <a:t>Ko-hi-, doo </a:t>
            </a:r>
            <a:r>
              <a:rPr kumimoji="1" lang="en-US" altLang="ja-JP" dirty="0" err="1"/>
              <a:t>deshitaka</a:t>
            </a:r>
            <a:r>
              <a:rPr kumimoji="1" lang="en-US" altLang="ja-JP" dirty="0"/>
              <a:t>?</a:t>
            </a:r>
          </a:p>
          <a:p>
            <a:r>
              <a:rPr lang="en-US" altLang="ja-JP" dirty="0"/>
              <a:t>	</a:t>
            </a:r>
            <a:r>
              <a:rPr lang="ja-JP" altLang="en-US" dirty="0"/>
              <a:t>→にがい</a:t>
            </a:r>
            <a:r>
              <a:rPr kumimoji="1" lang="en-US" altLang="ja-JP" dirty="0"/>
              <a:t>	</a:t>
            </a:r>
            <a:r>
              <a:rPr lang="en-US" altLang="ja-JP" dirty="0" err="1"/>
              <a:t>nigai</a:t>
            </a:r>
            <a:endParaRPr kumimoji="1" lang="en-US" altLang="ja-JP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222A74B-CA94-4BFB-B7C1-3DA55A4685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095375"/>
            <a:ext cx="5183188" cy="1409700"/>
          </a:xfrm>
        </p:spPr>
        <p:txBody>
          <a:bodyPr>
            <a:normAutofit/>
          </a:bodyPr>
          <a:lstStyle/>
          <a:p>
            <a:r>
              <a:rPr lang="ja-JP" altLang="en-US" dirty="0"/>
              <a:t>ゲーンソム、どう</a:t>
            </a:r>
            <a:r>
              <a:rPr kumimoji="1" lang="ja-JP" altLang="en-US" dirty="0"/>
              <a:t>でしたか？</a:t>
            </a:r>
            <a:endParaRPr kumimoji="1" lang="en-US" altLang="ja-JP" dirty="0"/>
          </a:p>
          <a:p>
            <a:r>
              <a:rPr lang="en-US" altLang="ja-JP" dirty="0"/>
              <a:t>Ge-n </a:t>
            </a:r>
            <a:r>
              <a:rPr lang="en-US" altLang="ja-JP" dirty="0" err="1"/>
              <a:t>somu</a:t>
            </a:r>
            <a:r>
              <a:rPr lang="en-US" altLang="ja-JP" dirty="0"/>
              <a:t>, doo </a:t>
            </a:r>
            <a:r>
              <a:rPr lang="en-US" altLang="ja-JP" dirty="0" err="1"/>
              <a:t>deshitaka</a:t>
            </a:r>
            <a:r>
              <a:rPr lang="en-US" altLang="ja-JP" dirty="0"/>
              <a:t>?</a:t>
            </a:r>
            <a:endParaRPr kumimoji="1" lang="en-US" altLang="ja-JP" dirty="0"/>
          </a:p>
          <a:p>
            <a:r>
              <a:rPr lang="en-US" altLang="ja-JP" dirty="0"/>
              <a:t>	</a:t>
            </a:r>
            <a:r>
              <a:rPr lang="ja-JP" altLang="en-US" dirty="0"/>
              <a:t>→すっぱい</a:t>
            </a:r>
            <a:r>
              <a:rPr lang="en-US" altLang="ja-JP" dirty="0"/>
              <a:t>	</a:t>
            </a:r>
            <a:r>
              <a:rPr lang="en-US" altLang="ja-JP" dirty="0" err="1"/>
              <a:t>suppai</a:t>
            </a:r>
            <a:endParaRPr lang="en-US" altLang="ja-JP" dirty="0"/>
          </a:p>
        </p:txBody>
      </p:sp>
      <p:pic>
        <p:nvPicPr>
          <p:cNvPr id="7170" name="Picture 2" descr="珈琲にしましょうの無料の写真素材（フリー素材）をダウンロード - ぱくたそ">
            <a:extLst>
              <a:ext uri="{FF2B5EF4-FFF2-40B4-BE49-F238E27FC236}">
                <a16:creationId xmlns:a16="http://schemas.microsoft.com/office/drawing/2014/main" id="{E13CD5C4-ECA9-48AE-A7D7-2B514481CC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3812" y="2759824"/>
            <a:ext cx="4978005" cy="3316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コンテンツ プレースホルダー 8">
            <a:extLst>
              <a:ext uri="{FF2B5EF4-FFF2-40B4-BE49-F238E27FC236}">
                <a16:creationId xmlns:a16="http://schemas.microsoft.com/office/drawing/2014/main" id="{8A2DEBE2-FEFD-4BFA-B1C7-5D0CF70D52B8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99130" y="2795937"/>
            <a:ext cx="4529328" cy="3102864"/>
          </a:xfrm>
        </p:spPr>
      </p:pic>
    </p:spTree>
    <p:extLst>
      <p:ext uri="{BB962C8B-B14F-4D97-AF65-F5344CB8AC3E}">
        <p14:creationId xmlns:p14="http://schemas.microsoft.com/office/powerpoint/2010/main" val="3828733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2D6621-C916-41A5-B2EC-BDC09E78F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673100"/>
          </a:xfrm>
        </p:spPr>
        <p:txBody>
          <a:bodyPr>
            <a:noAutofit/>
          </a:bodyPr>
          <a:lstStyle/>
          <a:p>
            <a:r>
              <a:rPr lang="en-US" altLang="ja-JP" sz="3200" dirty="0"/>
              <a:t>(I adjective)</a:t>
            </a:r>
            <a:r>
              <a:rPr kumimoji="1" lang="ja-JP" altLang="en-US" sz="3200" dirty="0"/>
              <a:t>かったです。</a:t>
            </a:r>
            <a:r>
              <a:rPr lang="en-US" altLang="ja-JP" sz="3200" dirty="0"/>
              <a:t>	(I adjective)</a:t>
            </a:r>
            <a:r>
              <a:rPr lang="en-US" altLang="ja-JP" sz="3200" dirty="0" err="1"/>
              <a:t>kattadesu</a:t>
            </a:r>
            <a:endParaRPr kumimoji="1" lang="ja-JP" altLang="en-US" sz="2000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AA7B57F-60DC-41EC-95CB-86ADE1BF98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181100"/>
            <a:ext cx="5157787" cy="1323975"/>
          </a:xfrm>
        </p:spPr>
        <p:txBody>
          <a:bodyPr>
            <a:normAutofit lnSpcReduction="10000"/>
          </a:bodyPr>
          <a:lstStyle/>
          <a:p>
            <a:r>
              <a:rPr kumimoji="1" lang="ja-JP" altLang="en-US" dirty="0"/>
              <a:t>りょこうは、どうでしたか？</a:t>
            </a:r>
            <a:endParaRPr kumimoji="1" lang="en-US" altLang="ja-JP" dirty="0"/>
          </a:p>
          <a:p>
            <a:r>
              <a:rPr kumimoji="1" lang="en-US" altLang="ja-JP" dirty="0" err="1"/>
              <a:t>Ryokoo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wa</a:t>
            </a:r>
            <a:r>
              <a:rPr kumimoji="1" lang="en-US" altLang="ja-JP" dirty="0"/>
              <a:t>, doo </a:t>
            </a:r>
            <a:r>
              <a:rPr kumimoji="1" lang="en-US" altLang="ja-JP" dirty="0" err="1"/>
              <a:t>deshitaka</a:t>
            </a:r>
            <a:r>
              <a:rPr kumimoji="1" lang="en-US" altLang="ja-JP" dirty="0"/>
              <a:t>?</a:t>
            </a:r>
            <a:endParaRPr kumimoji="1" lang="ja-JP" altLang="en-US" dirty="0"/>
          </a:p>
          <a:p>
            <a:r>
              <a:rPr lang="en-US" altLang="ja-JP" dirty="0"/>
              <a:t>	</a:t>
            </a:r>
            <a:r>
              <a:rPr lang="ja-JP" altLang="en-US" dirty="0"/>
              <a:t>→たのしい</a:t>
            </a:r>
            <a:r>
              <a:rPr lang="en-US" altLang="ja-JP" dirty="0"/>
              <a:t>	</a:t>
            </a:r>
            <a:r>
              <a:rPr lang="en-US" altLang="ja-JP" dirty="0" err="1"/>
              <a:t>tanoshii</a:t>
            </a:r>
            <a:endParaRPr kumimoji="1" lang="en-US" altLang="ja-JP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222A74B-CA94-4BFB-B7C1-3DA55A4685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181100"/>
            <a:ext cx="5183188" cy="1323975"/>
          </a:xfrm>
        </p:spPr>
        <p:txBody>
          <a:bodyPr>
            <a:normAutofit lnSpcReduction="10000"/>
          </a:bodyPr>
          <a:lstStyle/>
          <a:p>
            <a:r>
              <a:rPr lang="ja-JP" altLang="en-US" dirty="0"/>
              <a:t>えいがは、どうでしたか？</a:t>
            </a:r>
            <a:endParaRPr lang="en-US" altLang="ja-JP" dirty="0"/>
          </a:p>
          <a:p>
            <a:r>
              <a:rPr lang="en-US" altLang="ja-JP" dirty="0"/>
              <a:t>Eega </a:t>
            </a:r>
            <a:r>
              <a:rPr lang="en-US" altLang="ja-JP" dirty="0" err="1"/>
              <a:t>wa</a:t>
            </a:r>
            <a:r>
              <a:rPr lang="en-US" altLang="ja-JP" dirty="0"/>
              <a:t>, doo </a:t>
            </a:r>
            <a:r>
              <a:rPr lang="en-US" altLang="ja-JP" dirty="0" err="1"/>
              <a:t>deshiaka</a:t>
            </a:r>
            <a:r>
              <a:rPr lang="en-US" altLang="ja-JP" dirty="0"/>
              <a:t>?</a:t>
            </a:r>
          </a:p>
          <a:p>
            <a:r>
              <a:rPr lang="en-US" altLang="ja-JP" dirty="0"/>
              <a:t>	</a:t>
            </a:r>
            <a:r>
              <a:rPr lang="ja-JP" altLang="en-US" dirty="0"/>
              <a:t> →おもしろい </a:t>
            </a:r>
            <a:r>
              <a:rPr lang="en-US" altLang="ja-JP" dirty="0" err="1"/>
              <a:t>omoshiroi</a:t>
            </a:r>
            <a:endParaRPr lang="en-US" altLang="ja-JP" dirty="0"/>
          </a:p>
        </p:txBody>
      </p:sp>
      <p:pic>
        <p:nvPicPr>
          <p:cNvPr id="2054" name="Picture 6" descr="映画を見る人のイラスト（笑う・女性）">
            <a:extLst>
              <a:ext uri="{FF2B5EF4-FFF2-40B4-BE49-F238E27FC236}">
                <a16:creationId xmlns:a16="http://schemas.microsoft.com/office/drawing/2014/main" id="{183F1CD9-9517-48D9-A6AF-2F81EF498A2D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9665" y="2519340"/>
            <a:ext cx="3225173" cy="3998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旅行に行く学生のイラスト（学ラン）">
            <a:extLst>
              <a:ext uri="{FF2B5EF4-FFF2-40B4-BE49-F238E27FC236}">
                <a16:creationId xmlns:a16="http://schemas.microsoft.com/office/drawing/2014/main" id="{742EF815-AE10-4658-9D3A-28F4C119C94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788" y="2739859"/>
            <a:ext cx="5157787" cy="3215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3205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32134E-9929-409C-8BAF-705B38EFB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Na adjective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C681719-9A06-4206-8278-E0EA0D25E5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かんたんな、きれいな、おしゃれな、すてきな、げんきな</a:t>
            </a:r>
          </a:p>
        </p:txBody>
      </p:sp>
    </p:spTree>
    <p:extLst>
      <p:ext uri="{BB962C8B-B14F-4D97-AF65-F5344CB8AC3E}">
        <p14:creationId xmlns:p14="http://schemas.microsoft.com/office/powerpoint/2010/main" val="1176396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AA7B57F-60DC-41EC-95CB-86ADE1BF98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179512"/>
            <a:ext cx="5157787" cy="1325563"/>
          </a:xfrm>
        </p:spPr>
        <p:txBody>
          <a:bodyPr>
            <a:normAutofit fontScale="92500"/>
          </a:bodyPr>
          <a:lstStyle/>
          <a:p>
            <a:r>
              <a:rPr kumimoji="1" lang="ja-JP" altLang="en-US" dirty="0"/>
              <a:t>テストは</a:t>
            </a:r>
            <a:r>
              <a:rPr lang="ja-JP" altLang="en-US" dirty="0"/>
              <a:t>、</a:t>
            </a:r>
            <a:r>
              <a:rPr kumimoji="1" lang="ja-JP" altLang="en-US" dirty="0"/>
              <a:t>どうでしたか？</a:t>
            </a:r>
            <a:endParaRPr kumimoji="1" lang="en-US" altLang="ja-JP" dirty="0"/>
          </a:p>
          <a:p>
            <a:r>
              <a:rPr kumimoji="1" lang="en-US" altLang="ja-JP" dirty="0" err="1"/>
              <a:t>Tesuto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wa</a:t>
            </a:r>
            <a:r>
              <a:rPr kumimoji="1" lang="en-US" altLang="ja-JP" dirty="0"/>
              <a:t>, doo </a:t>
            </a:r>
            <a:r>
              <a:rPr kumimoji="1" lang="en-US" altLang="ja-JP" dirty="0" err="1"/>
              <a:t>deshitaka</a:t>
            </a:r>
            <a:r>
              <a:rPr kumimoji="1" lang="en-US" altLang="ja-JP" dirty="0"/>
              <a:t>?</a:t>
            </a:r>
          </a:p>
          <a:p>
            <a:r>
              <a:rPr kumimoji="1" lang="en-US" altLang="ja-JP" dirty="0"/>
              <a:t>	</a:t>
            </a:r>
            <a:r>
              <a:rPr lang="ja-JP" altLang="en-US" dirty="0"/>
              <a:t> →</a:t>
            </a:r>
            <a:r>
              <a:rPr kumimoji="1" lang="ja-JP" altLang="en-US" dirty="0"/>
              <a:t>かんたん</a:t>
            </a:r>
            <a:r>
              <a:rPr kumimoji="1" lang="en-US" altLang="ja-JP" dirty="0"/>
              <a:t>(</a:t>
            </a:r>
            <a:r>
              <a:rPr kumimoji="1" lang="ja-JP" altLang="en-US" dirty="0"/>
              <a:t>な） </a:t>
            </a:r>
            <a:r>
              <a:rPr lang="en-US" altLang="ja-JP" dirty="0" err="1"/>
              <a:t>kantan</a:t>
            </a:r>
            <a:r>
              <a:rPr kumimoji="1" lang="en-US" altLang="ja-JP" dirty="0"/>
              <a:t>(</a:t>
            </a:r>
            <a:r>
              <a:rPr kumimoji="1" lang="en-US" altLang="ja-JP" dirty="0" err="1"/>
              <a:t>na</a:t>
            </a:r>
            <a:r>
              <a:rPr kumimoji="1" lang="en-US" altLang="ja-JP" dirty="0"/>
              <a:t>)</a:t>
            </a: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D60294C5-7C7C-4D68-AAAB-1A8600C6AA65}"/>
              </a:ext>
            </a:extLst>
          </p:cNvPr>
          <p:cNvGrpSpPr/>
          <p:nvPr/>
        </p:nvGrpSpPr>
        <p:grpSpPr>
          <a:xfrm>
            <a:off x="962770" y="2737236"/>
            <a:ext cx="3998106" cy="3657600"/>
            <a:chOff x="4191000" y="1600200"/>
            <a:chExt cx="3998106" cy="3657600"/>
          </a:xfrm>
        </p:grpSpPr>
        <p:pic>
          <p:nvPicPr>
            <p:cNvPr id="2050" name="Picture 2" descr="テストを受けている小学生のイラスト（男の子）">
              <a:extLst>
                <a:ext uri="{FF2B5EF4-FFF2-40B4-BE49-F238E27FC236}">
                  <a16:creationId xmlns:a16="http://schemas.microsoft.com/office/drawing/2014/main" id="{A6FBDD43-8F53-4448-831B-B0580BA1B9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91000" y="1600200"/>
              <a:ext cx="3810000" cy="3657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2" name="Picture 4">
              <a:extLst>
                <a:ext uri="{FF2B5EF4-FFF2-40B4-BE49-F238E27FC236}">
                  <a16:creationId xmlns:a16="http://schemas.microsoft.com/office/drawing/2014/main" id="{A999E76A-AFE8-41EE-8539-58F7F025F2C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4634386" y="1828801"/>
              <a:ext cx="3554720" cy="17969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" name="タイトル 1">
            <a:extLst>
              <a:ext uri="{FF2B5EF4-FFF2-40B4-BE49-F238E27FC236}">
                <a16:creationId xmlns:a16="http://schemas.microsoft.com/office/drawing/2014/main" id="{24D03249-D9AA-465D-863D-A24B97013292}"/>
              </a:ext>
            </a:extLst>
          </p:cNvPr>
          <p:cNvSpPr txBox="1">
            <a:spLocks/>
          </p:cNvSpPr>
          <p:nvPr/>
        </p:nvSpPr>
        <p:spPr>
          <a:xfrm>
            <a:off x="763588" y="-8931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3200" dirty="0"/>
              <a:t>(NA adjective)</a:t>
            </a:r>
            <a:r>
              <a:rPr lang="ja-JP" altLang="en-US" sz="3200" dirty="0"/>
              <a:t>でした。</a:t>
            </a:r>
            <a:r>
              <a:rPr lang="en-US" altLang="ja-JP" sz="3200" dirty="0"/>
              <a:t>		(NA adjective)</a:t>
            </a:r>
            <a:r>
              <a:rPr lang="en-US" altLang="ja-JP" sz="3200" dirty="0" err="1"/>
              <a:t>deshita</a:t>
            </a:r>
            <a:endParaRPr lang="ja-JP" altLang="en-US" sz="3200" dirty="0"/>
          </a:p>
        </p:txBody>
      </p:sp>
      <p:sp>
        <p:nvSpPr>
          <p:cNvPr id="12" name="テキスト プレースホルダー 4">
            <a:extLst>
              <a:ext uri="{FF2B5EF4-FFF2-40B4-BE49-F238E27FC236}">
                <a16:creationId xmlns:a16="http://schemas.microsoft.com/office/drawing/2014/main" id="{E3101065-EECD-4269-B4EF-EE225F239EF6}"/>
              </a:ext>
            </a:extLst>
          </p:cNvPr>
          <p:cNvSpPr txBox="1">
            <a:spLocks/>
          </p:cNvSpPr>
          <p:nvPr/>
        </p:nvSpPr>
        <p:spPr>
          <a:xfrm>
            <a:off x="6096000" y="1041039"/>
            <a:ext cx="5183188" cy="14640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dirty="0"/>
              <a:t>ヤーヤーは、どうでしたか？</a:t>
            </a:r>
            <a:endParaRPr lang="en-US" altLang="ja-JP" dirty="0"/>
          </a:p>
          <a:p>
            <a:r>
              <a:rPr lang="en-US" altLang="ja-JP" dirty="0" err="1"/>
              <a:t>Ya-ya</a:t>
            </a:r>
            <a:r>
              <a:rPr lang="en-US" altLang="ja-JP" dirty="0"/>
              <a:t>- </a:t>
            </a:r>
            <a:r>
              <a:rPr lang="en-US" altLang="ja-JP" dirty="0" err="1"/>
              <a:t>wa</a:t>
            </a:r>
            <a:r>
              <a:rPr lang="en-US" altLang="ja-JP" dirty="0"/>
              <a:t>, doo </a:t>
            </a:r>
            <a:r>
              <a:rPr lang="en-US" altLang="ja-JP" dirty="0" err="1"/>
              <a:t>deshistaka</a:t>
            </a:r>
            <a:r>
              <a:rPr lang="en-US" altLang="ja-JP" dirty="0"/>
              <a:t>?</a:t>
            </a:r>
          </a:p>
          <a:p>
            <a:r>
              <a:rPr lang="en-US" altLang="ja-JP" dirty="0"/>
              <a:t>	</a:t>
            </a:r>
            <a:r>
              <a:rPr lang="ja-JP" altLang="en-US" dirty="0"/>
              <a:t> →きれい</a:t>
            </a:r>
            <a:r>
              <a:rPr lang="en-US" altLang="ja-JP" dirty="0"/>
              <a:t>(</a:t>
            </a:r>
            <a:r>
              <a:rPr lang="ja-JP" altLang="en-US" dirty="0"/>
              <a:t>な</a:t>
            </a:r>
            <a:r>
              <a:rPr lang="en-US" altLang="ja-JP" dirty="0"/>
              <a:t>) </a:t>
            </a:r>
            <a:r>
              <a:rPr lang="en-US" altLang="ja-JP" dirty="0" err="1"/>
              <a:t>kiree</a:t>
            </a:r>
            <a:r>
              <a:rPr lang="en-US" altLang="ja-JP" dirty="0"/>
              <a:t>(</a:t>
            </a:r>
            <a:r>
              <a:rPr lang="en-US" altLang="ja-JP" dirty="0" err="1"/>
              <a:t>na</a:t>
            </a:r>
            <a:r>
              <a:rPr lang="en-US" altLang="ja-JP" dirty="0"/>
              <a:t>)</a:t>
            </a:r>
            <a:endParaRPr lang="ja-JP" altLang="en-US" dirty="0"/>
          </a:p>
        </p:txBody>
      </p:sp>
      <p:pic>
        <p:nvPicPr>
          <p:cNvPr id="13" name="Picture 2" descr="フォトギャラリー】タイが誇るスーパーモデル・ヤーヤーの美麗ショット！ | FORZA STYLE｜ファッション＆ライフスタイル[フォルツァスタイル]">
            <a:extLst>
              <a:ext uri="{FF2B5EF4-FFF2-40B4-BE49-F238E27FC236}">
                <a16:creationId xmlns:a16="http://schemas.microsoft.com/office/drawing/2014/main" id="{1FE1212A-C840-4823-A6ED-32FA4F26C1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03781" y="2568575"/>
            <a:ext cx="2970776" cy="3684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4135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AA7B57F-60DC-41EC-95CB-86ADE1BF98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6226" y="1304925"/>
            <a:ext cx="5721350" cy="1200150"/>
          </a:xfrm>
        </p:spPr>
        <p:txBody>
          <a:bodyPr>
            <a:normAutofit fontScale="92500" lnSpcReduction="10000"/>
          </a:bodyPr>
          <a:lstStyle/>
          <a:p>
            <a:r>
              <a:rPr lang="ja-JP" altLang="en-US" dirty="0"/>
              <a:t>カフェは、どうでしたか？</a:t>
            </a:r>
            <a:endParaRPr lang="en-US" altLang="ja-JP" dirty="0"/>
          </a:p>
          <a:p>
            <a:r>
              <a:rPr lang="en-US" altLang="ja-JP" dirty="0" err="1"/>
              <a:t>kafe</a:t>
            </a:r>
            <a:r>
              <a:rPr lang="en-US" altLang="ja-JP" dirty="0"/>
              <a:t> </a:t>
            </a:r>
            <a:r>
              <a:rPr lang="en-US" altLang="ja-JP" dirty="0" err="1"/>
              <a:t>wa</a:t>
            </a:r>
            <a:r>
              <a:rPr lang="en-US" altLang="ja-JP" dirty="0"/>
              <a:t>, doo </a:t>
            </a:r>
            <a:r>
              <a:rPr lang="en-US" altLang="ja-JP" dirty="0" err="1"/>
              <a:t>deshitaka</a:t>
            </a:r>
            <a:r>
              <a:rPr lang="en-US" altLang="ja-JP" dirty="0"/>
              <a:t>?</a:t>
            </a:r>
          </a:p>
          <a:p>
            <a:r>
              <a:rPr lang="en-US" altLang="ja-JP" dirty="0"/>
              <a:t>	</a:t>
            </a:r>
            <a:r>
              <a:rPr lang="ja-JP" altLang="en-US" dirty="0"/>
              <a:t>→おしゃれ</a:t>
            </a:r>
            <a:r>
              <a:rPr kumimoji="1" lang="en-US" altLang="ja-JP" dirty="0"/>
              <a:t>(</a:t>
            </a:r>
            <a:r>
              <a:rPr kumimoji="1" lang="ja-JP" altLang="en-US" dirty="0"/>
              <a:t>な） </a:t>
            </a:r>
            <a:r>
              <a:rPr lang="en-US" altLang="ja-JP" dirty="0" err="1"/>
              <a:t>oshare</a:t>
            </a:r>
            <a:r>
              <a:rPr kumimoji="1" lang="en-US" altLang="ja-JP" dirty="0"/>
              <a:t>(</a:t>
            </a:r>
            <a:r>
              <a:rPr kumimoji="1" lang="en-US" altLang="ja-JP" dirty="0" err="1"/>
              <a:t>na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E3F0C37E-72E4-4736-8EFB-9F71EC2EDC7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タイトル 1">
            <a:extLst>
              <a:ext uri="{FF2B5EF4-FFF2-40B4-BE49-F238E27FC236}">
                <a16:creationId xmlns:a16="http://schemas.microsoft.com/office/drawing/2014/main" id="{AA0DEC03-FB65-4D73-BC8B-3FF2B6DF0700}"/>
              </a:ext>
            </a:extLst>
          </p:cNvPr>
          <p:cNvSpPr txBox="1">
            <a:spLocks/>
          </p:cNvSpPr>
          <p:nvPr/>
        </p:nvSpPr>
        <p:spPr>
          <a:xfrm>
            <a:off x="827088" y="355600"/>
            <a:ext cx="10515600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3200" dirty="0"/>
              <a:t>(NA adjective)</a:t>
            </a:r>
            <a:r>
              <a:rPr lang="ja-JP" altLang="en-US" sz="3200" dirty="0"/>
              <a:t>でした。</a:t>
            </a:r>
            <a:r>
              <a:rPr lang="en-US" altLang="ja-JP" sz="3200" dirty="0"/>
              <a:t>		(NA adjective)</a:t>
            </a:r>
            <a:r>
              <a:rPr lang="en-US" altLang="ja-JP" sz="3200" dirty="0" err="1"/>
              <a:t>deshita</a:t>
            </a:r>
            <a:endParaRPr lang="ja-JP" alt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D6B5A1-B663-D03E-058B-119EB750C9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226" y="2891980"/>
            <a:ext cx="4876800" cy="3151632"/>
          </a:xfrm>
          <a:prstGeom prst="rect">
            <a:avLst/>
          </a:prstGeom>
        </p:spPr>
      </p:pic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1F98762D-4C8B-3EA5-906B-2D378421224D}"/>
              </a:ext>
            </a:extLst>
          </p:cNvPr>
          <p:cNvSpPr txBox="1">
            <a:spLocks/>
          </p:cNvSpPr>
          <p:nvPr/>
        </p:nvSpPr>
        <p:spPr>
          <a:xfrm>
            <a:off x="5849938" y="1281112"/>
            <a:ext cx="5157787" cy="120014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dirty="0"/>
              <a:t>おばあさんは、どうでしたか？</a:t>
            </a:r>
            <a:endParaRPr lang="en-US" altLang="ja-JP" dirty="0"/>
          </a:p>
          <a:p>
            <a:r>
              <a:rPr lang="en-US" altLang="ja-JP" dirty="0" err="1"/>
              <a:t>Obaasan</a:t>
            </a:r>
            <a:r>
              <a:rPr lang="en-US" altLang="ja-JP" dirty="0"/>
              <a:t> </a:t>
            </a:r>
            <a:r>
              <a:rPr lang="en-US" altLang="ja-JP" dirty="0" err="1"/>
              <a:t>wa</a:t>
            </a:r>
            <a:r>
              <a:rPr lang="en-US" altLang="ja-JP" dirty="0"/>
              <a:t>, doo </a:t>
            </a:r>
            <a:r>
              <a:rPr lang="en-US" altLang="ja-JP" dirty="0" err="1"/>
              <a:t>deshitaka</a:t>
            </a:r>
            <a:r>
              <a:rPr lang="en-US" altLang="ja-JP" dirty="0"/>
              <a:t>?</a:t>
            </a:r>
          </a:p>
          <a:p>
            <a:r>
              <a:rPr lang="en-US" altLang="ja-JP"/>
              <a:t>	</a:t>
            </a:r>
            <a:r>
              <a:rPr lang="ja-JP" altLang="en-US"/>
              <a:t>→げ</a:t>
            </a:r>
            <a:r>
              <a:rPr lang="ja-JP" altLang="en-US" dirty="0"/>
              <a:t>んき</a:t>
            </a:r>
            <a:r>
              <a:rPr lang="en-US" altLang="ja-JP" dirty="0"/>
              <a:t>(</a:t>
            </a:r>
            <a:r>
              <a:rPr lang="ja-JP" altLang="en-US" dirty="0"/>
              <a:t>な） </a:t>
            </a:r>
            <a:r>
              <a:rPr lang="en-US" altLang="ja-JP" dirty="0" err="1"/>
              <a:t>genki</a:t>
            </a:r>
            <a:r>
              <a:rPr lang="en-US" altLang="ja-JP" dirty="0"/>
              <a:t>(</a:t>
            </a:r>
            <a:r>
              <a:rPr lang="en-US" altLang="ja-JP" dirty="0" err="1"/>
              <a:t>na</a:t>
            </a:r>
            <a:r>
              <a:rPr lang="en-US" altLang="ja-JP" dirty="0"/>
              <a:t>)</a:t>
            </a:r>
          </a:p>
        </p:txBody>
      </p:sp>
      <p:pic>
        <p:nvPicPr>
          <p:cNvPr id="12" name="Picture 6" descr="ウォーキングをするおばあさんのイラスト">
            <a:extLst>
              <a:ext uri="{FF2B5EF4-FFF2-40B4-BE49-F238E27FC236}">
                <a16:creationId xmlns:a16="http://schemas.microsoft.com/office/drawing/2014/main" id="{56A214B8-C6C3-867F-3E88-31025A8DFCD8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6473" y="2505075"/>
            <a:ext cx="2644715" cy="3684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8765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D8AB7B-E424-44CC-A337-4B8DAFC30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127000"/>
            <a:ext cx="10515600" cy="1771585"/>
          </a:xfrm>
        </p:spPr>
        <p:txBody>
          <a:bodyPr>
            <a:normAutofit fontScale="90000"/>
          </a:bodyPr>
          <a:lstStyle/>
          <a:p>
            <a:r>
              <a:rPr lang="en-US" altLang="ja-JP" sz="3600" dirty="0"/>
              <a:t>[</a:t>
            </a:r>
            <a:r>
              <a:rPr lang="ja-JP" altLang="en-US" sz="3600" dirty="0"/>
              <a:t>れんしゅうしましょう</a:t>
            </a:r>
            <a:r>
              <a:rPr lang="en-US" altLang="ja-JP" sz="3600" dirty="0"/>
              <a:t>]</a:t>
            </a:r>
            <a:br>
              <a:rPr lang="en-US" altLang="ja-JP" sz="3600" dirty="0"/>
            </a:br>
            <a:br>
              <a:rPr kumimoji="1" lang="en-US" altLang="ja-JP" sz="3600" dirty="0"/>
            </a:br>
            <a:r>
              <a:rPr kumimoji="1" lang="ja-JP" altLang="en-US" sz="3600" dirty="0"/>
              <a:t>ぜんかい、りょこうは、どこにいきましたか？</a:t>
            </a:r>
            <a:br>
              <a:rPr kumimoji="1" lang="en-US" altLang="ja-JP" sz="3600" dirty="0"/>
            </a:br>
            <a:r>
              <a:rPr kumimoji="1" lang="en-US" altLang="ja-JP" sz="3600" dirty="0" err="1"/>
              <a:t>Zenkai</a:t>
            </a:r>
            <a:r>
              <a:rPr kumimoji="1" lang="en-US" altLang="ja-JP" sz="3600" dirty="0"/>
              <a:t>, </a:t>
            </a:r>
            <a:r>
              <a:rPr kumimoji="1" lang="en-US" altLang="ja-JP" sz="3600" dirty="0" err="1"/>
              <a:t>ryokoowa</a:t>
            </a:r>
            <a:r>
              <a:rPr kumimoji="1" lang="en-US" altLang="ja-JP" sz="3600" dirty="0"/>
              <a:t>, </a:t>
            </a:r>
            <a:r>
              <a:rPr kumimoji="1" lang="en-US" altLang="ja-JP" sz="3600" dirty="0" err="1"/>
              <a:t>dokoni</a:t>
            </a:r>
            <a:r>
              <a:rPr kumimoji="1" lang="en-US" altLang="ja-JP" sz="3600" dirty="0"/>
              <a:t> </a:t>
            </a:r>
            <a:r>
              <a:rPr kumimoji="1" lang="en-US" altLang="ja-JP" sz="3600" dirty="0" err="1"/>
              <a:t>ikimashita</a:t>
            </a:r>
            <a:r>
              <a:rPr lang="ja-JP" altLang="en-US" sz="3600" dirty="0"/>
              <a:t> </a:t>
            </a:r>
            <a:r>
              <a:rPr kumimoji="1" lang="en-US" altLang="ja-JP" sz="3600" dirty="0"/>
              <a:t>ka?</a:t>
            </a:r>
            <a:endParaRPr kumimoji="1" lang="ja-JP" altLang="en-US" sz="3600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AF0D11-E9C6-40CC-A9AA-0EB3CD94F3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0629" y="2430192"/>
            <a:ext cx="5805195" cy="398013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ja-JP" altLang="en-US" dirty="0"/>
              <a:t>かぞくと、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	</a:t>
            </a:r>
            <a:r>
              <a:rPr lang="ja-JP" altLang="en-US" dirty="0"/>
              <a:t>パタヤにいきました。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うみであそび</a:t>
            </a:r>
            <a:r>
              <a:rPr kumimoji="1" lang="ja-JP" altLang="en-US" dirty="0"/>
              <a:t>ました。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たのしかったです。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それから、ゆうがた、さんぽをしました。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けしきがきれい</a:t>
            </a:r>
            <a:r>
              <a:rPr kumimoji="1" lang="ja-JP" altLang="en-US" dirty="0"/>
              <a:t>でした。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あと、シーフードをたべました。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とてもおいしかったです。</a:t>
            </a:r>
            <a:endParaRPr kumimoji="1" lang="en-US" altLang="ja-JP" dirty="0"/>
          </a:p>
          <a:p>
            <a:pPr marL="0" indent="0">
              <a:buNone/>
            </a:pPr>
            <a:endParaRPr kumimoji="1" lang="ja-JP" altLang="en-US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E1706AB-F1BF-447F-93D0-F1E46005C1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38924" y="2267621"/>
            <a:ext cx="5186071" cy="422525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ja-JP" sz="2600" dirty="0"/>
              <a:t>Kazoku to</a:t>
            </a:r>
          </a:p>
          <a:p>
            <a:pPr marL="0" indent="0">
              <a:buNone/>
            </a:pPr>
            <a:r>
              <a:rPr lang="en-US" altLang="ja-JP" sz="2600" dirty="0"/>
              <a:t>	</a:t>
            </a:r>
            <a:r>
              <a:rPr lang="en-US" altLang="ja-JP" sz="2600" dirty="0" err="1"/>
              <a:t>Pataya</a:t>
            </a:r>
            <a:r>
              <a:rPr lang="en-US" altLang="ja-JP" sz="2600" dirty="0"/>
              <a:t> </a:t>
            </a:r>
            <a:r>
              <a:rPr lang="en-US" altLang="ja-JP" sz="2600" dirty="0" err="1"/>
              <a:t>ni</a:t>
            </a:r>
            <a:r>
              <a:rPr lang="en-US" altLang="ja-JP" sz="2600" dirty="0"/>
              <a:t> </a:t>
            </a:r>
            <a:r>
              <a:rPr lang="en-US" altLang="ja-JP" sz="2600" dirty="0" err="1"/>
              <a:t>ikimashita</a:t>
            </a:r>
            <a:r>
              <a:rPr lang="en-US" altLang="ja-JP" sz="2600" dirty="0"/>
              <a:t>.</a:t>
            </a:r>
          </a:p>
          <a:p>
            <a:pPr marL="0" indent="0">
              <a:buNone/>
            </a:pPr>
            <a:r>
              <a:rPr lang="en-US" altLang="ja-JP" sz="2600" dirty="0"/>
              <a:t>Umi de </a:t>
            </a:r>
            <a:r>
              <a:rPr lang="en-US" altLang="ja-JP" sz="2600" dirty="0" err="1"/>
              <a:t>asobi</a:t>
            </a:r>
            <a:r>
              <a:rPr lang="en-US" altLang="ja-JP" sz="2600" dirty="0"/>
              <a:t> </a:t>
            </a:r>
            <a:r>
              <a:rPr lang="en-US" altLang="ja-JP" sz="2600" dirty="0" err="1"/>
              <a:t>mashita</a:t>
            </a:r>
            <a:r>
              <a:rPr lang="en-US" altLang="ja-JP" sz="2600" dirty="0"/>
              <a:t>.</a:t>
            </a:r>
          </a:p>
          <a:p>
            <a:pPr marL="0" indent="0">
              <a:buNone/>
            </a:pPr>
            <a:r>
              <a:rPr lang="en-US" altLang="ja-JP" sz="2600" dirty="0" err="1"/>
              <a:t>Tanoshikatta</a:t>
            </a:r>
            <a:r>
              <a:rPr lang="en-US" altLang="ja-JP" sz="2600" dirty="0"/>
              <a:t> </a:t>
            </a:r>
            <a:r>
              <a:rPr lang="en-US" altLang="ja-JP" sz="2600" dirty="0" err="1"/>
              <a:t>desu</a:t>
            </a:r>
            <a:endParaRPr lang="en-US" altLang="ja-JP" sz="2600" dirty="0"/>
          </a:p>
          <a:p>
            <a:pPr marL="0" indent="0">
              <a:buNone/>
            </a:pPr>
            <a:r>
              <a:rPr lang="en-US" altLang="ja-JP" sz="2600" dirty="0" err="1"/>
              <a:t>Sorekara</a:t>
            </a:r>
            <a:r>
              <a:rPr lang="en-US" altLang="ja-JP" sz="2600" dirty="0"/>
              <a:t>, </a:t>
            </a:r>
            <a:r>
              <a:rPr lang="en-US" altLang="ja-JP" sz="2600" dirty="0" err="1"/>
              <a:t>Yuugata</a:t>
            </a:r>
            <a:r>
              <a:rPr lang="en-US" altLang="ja-JP" sz="2600" dirty="0"/>
              <a:t>,</a:t>
            </a:r>
          </a:p>
          <a:p>
            <a:pPr marL="0" indent="0">
              <a:buNone/>
            </a:pPr>
            <a:r>
              <a:rPr lang="en-US" altLang="ja-JP" sz="2600" dirty="0"/>
              <a:t>	 </a:t>
            </a:r>
            <a:r>
              <a:rPr lang="en-US" altLang="ja-JP" sz="2600" dirty="0" err="1"/>
              <a:t>sanpo</a:t>
            </a:r>
            <a:r>
              <a:rPr lang="en-US" altLang="ja-JP" sz="2600" dirty="0"/>
              <a:t> o </a:t>
            </a:r>
            <a:r>
              <a:rPr lang="en-US" altLang="ja-JP" sz="2600" dirty="0" err="1"/>
              <a:t>shimashita</a:t>
            </a:r>
            <a:r>
              <a:rPr lang="en-US" altLang="ja-JP" sz="2600" dirty="0"/>
              <a:t>.</a:t>
            </a:r>
          </a:p>
          <a:p>
            <a:pPr marL="0" indent="0">
              <a:buNone/>
            </a:pPr>
            <a:r>
              <a:rPr lang="en-US" altLang="ja-JP" sz="2600" dirty="0" err="1"/>
              <a:t>Keshiki</a:t>
            </a:r>
            <a:r>
              <a:rPr lang="ja-JP" altLang="en-US" sz="2600" dirty="0"/>
              <a:t> </a:t>
            </a:r>
            <a:r>
              <a:rPr lang="en-US" altLang="ja-JP" sz="2600" dirty="0"/>
              <a:t>ga</a:t>
            </a:r>
            <a:r>
              <a:rPr lang="ja-JP" altLang="en-US" sz="2600" dirty="0"/>
              <a:t> </a:t>
            </a:r>
            <a:r>
              <a:rPr lang="en-US" altLang="ja-JP" sz="2600" dirty="0" err="1"/>
              <a:t>kiree</a:t>
            </a:r>
            <a:r>
              <a:rPr lang="en-US" altLang="ja-JP" sz="2600" dirty="0"/>
              <a:t> </a:t>
            </a:r>
            <a:r>
              <a:rPr lang="en-US" altLang="ja-JP" sz="2600" dirty="0" err="1"/>
              <a:t>deshita</a:t>
            </a:r>
            <a:r>
              <a:rPr lang="en-US" altLang="ja-JP" sz="2600" dirty="0"/>
              <a:t>.</a:t>
            </a:r>
          </a:p>
          <a:p>
            <a:pPr marL="0" indent="0">
              <a:buNone/>
            </a:pPr>
            <a:r>
              <a:rPr lang="en-US" altLang="ja-JP" sz="2600" dirty="0" err="1"/>
              <a:t>Ato</a:t>
            </a:r>
            <a:r>
              <a:rPr lang="en-US" altLang="ja-JP" sz="2600" dirty="0"/>
              <a:t>, Si-fu-do o </a:t>
            </a:r>
            <a:r>
              <a:rPr lang="en-US" altLang="ja-JP" sz="2600" dirty="0" err="1"/>
              <a:t>tabemashita</a:t>
            </a:r>
            <a:r>
              <a:rPr lang="en-US" altLang="ja-JP" sz="2600" dirty="0"/>
              <a:t>.</a:t>
            </a:r>
          </a:p>
          <a:p>
            <a:pPr marL="0" indent="0">
              <a:buNone/>
            </a:pPr>
            <a:r>
              <a:rPr lang="en-US" altLang="ja-JP" sz="2600" dirty="0" err="1"/>
              <a:t>Totemo</a:t>
            </a:r>
            <a:r>
              <a:rPr lang="en-US" altLang="ja-JP" sz="2600" dirty="0"/>
              <a:t> </a:t>
            </a:r>
            <a:r>
              <a:rPr lang="en-US" altLang="ja-JP" sz="2600" dirty="0" err="1"/>
              <a:t>oishikatta</a:t>
            </a:r>
            <a:r>
              <a:rPr lang="en-US" altLang="ja-JP" sz="2600" dirty="0"/>
              <a:t> </a:t>
            </a:r>
            <a:r>
              <a:rPr lang="en-US" altLang="ja-JP" sz="2600" dirty="0" err="1"/>
              <a:t>desu</a:t>
            </a:r>
            <a:r>
              <a:rPr lang="en-US" altLang="ja-JP" sz="2600" dirty="0"/>
              <a:t>.</a:t>
            </a:r>
            <a:endParaRPr lang="ja-JP" altLang="en-US" sz="2600" dirty="0"/>
          </a:p>
        </p:txBody>
      </p:sp>
    </p:spTree>
    <p:extLst>
      <p:ext uri="{BB962C8B-B14F-4D97-AF65-F5344CB8AC3E}">
        <p14:creationId xmlns:p14="http://schemas.microsoft.com/office/powerpoint/2010/main" val="2422235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D8AB7B-E424-44CC-A337-4B8DAFC30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771585"/>
          </a:xfrm>
        </p:spPr>
        <p:txBody>
          <a:bodyPr>
            <a:normAutofit fontScale="90000"/>
          </a:bodyPr>
          <a:lstStyle/>
          <a:p>
            <a:r>
              <a:rPr kumimoji="1" lang="ja-JP" altLang="en-US" dirty="0"/>
              <a:t>ぜんかい、りょこうは、どこにいきましたか？</a:t>
            </a:r>
            <a:br>
              <a:rPr kumimoji="1" lang="en-US" altLang="ja-JP" dirty="0"/>
            </a:br>
            <a:r>
              <a:rPr kumimoji="1" lang="en-US" altLang="ja-JP" dirty="0" err="1"/>
              <a:t>Zenkai</a:t>
            </a:r>
            <a:r>
              <a:rPr kumimoji="1" lang="en-US" altLang="ja-JP" dirty="0"/>
              <a:t>, </a:t>
            </a:r>
            <a:r>
              <a:rPr kumimoji="1" lang="en-US" altLang="ja-JP" dirty="0" err="1"/>
              <a:t>ryokoowa</a:t>
            </a:r>
            <a:r>
              <a:rPr kumimoji="1" lang="en-US" altLang="ja-JP" dirty="0"/>
              <a:t>, </a:t>
            </a:r>
            <a:r>
              <a:rPr kumimoji="1" lang="en-US" altLang="ja-JP" dirty="0" err="1"/>
              <a:t>dokoni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ikimashita</a:t>
            </a:r>
            <a:r>
              <a:rPr lang="ja-JP" altLang="en-US" dirty="0"/>
              <a:t> </a:t>
            </a:r>
            <a:r>
              <a:rPr kumimoji="1" lang="en-US" altLang="ja-JP" dirty="0"/>
              <a:t>ka?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AF0D11-E9C6-40CC-A9AA-0EB3CD94F3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0629" y="2801667"/>
            <a:ext cx="5805195" cy="369120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ja-JP" altLang="en-US" dirty="0"/>
              <a:t>ともだちと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　カンチャナブリーにいきました。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たきであそびました。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すずしかったです。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それから、カフェにいきました。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おしゃれでした。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あと、おんせんにはいりました。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きもちよ</a:t>
            </a:r>
            <a:r>
              <a:rPr kumimoji="1" lang="ja-JP" altLang="en-US" dirty="0"/>
              <a:t>かったです。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E1706AB-F1BF-447F-93D0-F1E46005C1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2771690"/>
            <a:ext cx="5965371" cy="379103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ja-JP" sz="3000" dirty="0" err="1"/>
              <a:t>tomodachi</a:t>
            </a:r>
            <a:r>
              <a:rPr lang="en-US" altLang="ja-JP" sz="3000" dirty="0"/>
              <a:t> to</a:t>
            </a:r>
          </a:p>
          <a:p>
            <a:pPr marL="0" indent="0">
              <a:buNone/>
            </a:pPr>
            <a:r>
              <a:rPr lang="en-US" altLang="ja-JP" sz="3000" dirty="0"/>
              <a:t>Kanchanaburi-</a:t>
            </a:r>
            <a:r>
              <a:rPr lang="ja-JP" altLang="en-US" sz="3000" dirty="0"/>
              <a:t> </a:t>
            </a:r>
            <a:r>
              <a:rPr lang="en-US" altLang="ja-JP" sz="3000" dirty="0" err="1"/>
              <a:t>ni</a:t>
            </a:r>
            <a:r>
              <a:rPr lang="en-US" altLang="ja-JP" sz="3000" dirty="0"/>
              <a:t> </a:t>
            </a:r>
            <a:r>
              <a:rPr lang="en-US" altLang="ja-JP" sz="3000" dirty="0" err="1"/>
              <a:t>ikimashita</a:t>
            </a:r>
            <a:r>
              <a:rPr lang="en-US" altLang="ja-JP" sz="3000" dirty="0"/>
              <a:t>.</a:t>
            </a:r>
          </a:p>
          <a:p>
            <a:pPr marL="0" indent="0">
              <a:buNone/>
            </a:pPr>
            <a:r>
              <a:rPr lang="en-US" altLang="ja-JP" sz="3000" dirty="0"/>
              <a:t>Taki de </a:t>
            </a:r>
            <a:r>
              <a:rPr lang="en-US" altLang="ja-JP" sz="3000" dirty="0" err="1"/>
              <a:t>asobimashita</a:t>
            </a:r>
            <a:r>
              <a:rPr lang="en-US" altLang="ja-JP" sz="3000" dirty="0"/>
              <a:t>.</a:t>
            </a:r>
          </a:p>
          <a:p>
            <a:pPr marL="0" indent="0">
              <a:buNone/>
            </a:pPr>
            <a:r>
              <a:rPr lang="en-US" altLang="ja-JP" sz="3000" dirty="0" err="1"/>
              <a:t>Suzushikatta</a:t>
            </a:r>
            <a:r>
              <a:rPr lang="en-US" altLang="ja-JP" sz="3000" dirty="0"/>
              <a:t> </a:t>
            </a:r>
            <a:r>
              <a:rPr lang="en-US" altLang="ja-JP" sz="3000" dirty="0" err="1"/>
              <a:t>desu</a:t>
            </a:r>
            <a:r>
              <a:rPr lang="en-US" altLang="ja-JP" sz="3000" dirty="0"/>
              <a:t>.</a:t>
            </a:r>
          </a:p>
          <a:p>
            <a:pPr marL="0" indent="0">
              <a:buNone/>
            </a:pPr>
            <a:r>
              <a:rPr lang="en-US" altLang="ja-JP" sz="3000" dirty="0" err="1"/>
              <a:t>sorekara</a:t>
            </a:r>
            <a:r>
              <a:rPr lang="en-US" altLang="ja-JP" sz="3000" dirty="0"/>
              <a:t>, </a:t>
            </a:r>
            <a:r>
              <a:rPr lang="en-US" altLang="ja-JP" sz="3000" dirty="0" err="1"/>
              <a:t>Kafe</a:t>
            </a:r>
            <a:r>
              <a:rPr lang="en-US" altLang="ja-JP" sz="3000" dirty="0"/>
              <a:t> </a:t>
            </a:r>
            <a:r>
              <a:rPr lang="en-US" altLang="ja-JP" sz="3000" dirty="0" err="1"/>
              <a:t>ni</a:t>
            </a:r>
            <a:r>
              <a:rPr lang="en-US" altLang="ja-JP" sz="3000" dirty="0"/>
              <a:t> </a:t>
            </a:r>
            <a:r>
              <a:rPr lang="en-US" altLang="ja-JP" sz="3000" dirty="0" err="1"/>
              <a:t>ikimashita</a:t>
            </a:r>
            <a:r>
              <a:rPr lang="en-US" altLang="ja-JP" sz="3000" dirty="0"/>
              <a:t>.</a:t>
            </a:r>
          </a:p>
          <a:p>
            <a:pPr marL="0" indent="0">
              <a:buNone/>
            </a:pPr>
            <a:r>
              <a:rPr lang="en-US" altLang="ja-JP" sz="3000" dirty="0" err="1"/>
              <a:t>Oshare</a:t>
            </a:r>
            <a:r>
              <a:rPr lang="en-US" altLang="ja-JP" sz="3000" dirty="0"/>
              <a:t> </a:t>
            </a:r>
            <a:r>
              <a:rPr lang="en-US" altLang="ja-JP" sz="3000" dirty="0" err="1"/>
              <a:t>deshita</a:t>
            </a:r>
            <a:r>
              <a:rPr lang="en-US" altLang="ja-JP" sz="3000" dirty="0"/>
              <a:t>.</a:t>
            </a:r>
          </a:p>
          <a:p>
            <a:pPr marL="0" indent="0">
              <a:buNone/>
            </a:pPr>
            <a:r>
              <a:rPr lang="en-US" altLang="ja-JP" sz="3000" dirty="0" err="1"/>
              <a:t>Ato</a:t>
            </a:r>
            <a:r>
              <a:rPr lang="en-US" altLang="ja-JP" sz="3000" dirty="0"/>
              <a:t>, Onsen </a:t>
            </a:r>
            <a:r>
              <a:rPr lang="en-US" altLang="ja-JP" sz="3000" dirty="0" err="1"/>
              <a:t>ni</a:t>
            </a:r>
            <a:r>
              <a:rPr lang="en-US" altLang="ja-JP" sz="3000" dirty="0"/>
              <a:t> </a:t>
            </a:r>
            <a:r>
              <a:rPr lang="en-US" altLang="ja-JP" sz="3000" dirty="0" err="1"/>
              <a:t>hairimashita</a:t>
            </a:r>
            <a:r>
              <a:rPr lang="en-US" altLang="ja-JP" sz="3000" dirty="0"/>
              <a:t>.</a:t>
            </a:r>
          </a:p>
          <a:p>
            <a:pPr marL="0" indent="0">
              <a:buNone/>
            </a:pPr>
            <a:r>
              <a:rPr lang="en-US" altLang="ja-JP" sz="3000" dirty="0" err="1"/>
              <a:t>Kimochiyokatta</a:t>
            </a:r>
            <a:r>
              <a:rPr lang="en-US" altLang="ja-JP" sz="3000" dirty="0"/>
              <a:t> </a:t>
            </a:r>
            <a:r>
              <a:rPr lang="en-US" altLang="ja-JP" sz="3000" dirty="0" err="1"/>
              <a:t>desu</a:t>
            </a:r>
            <a:r>
              <a:rPr lang="en-US" altLang="ja-JP" sz="3000" dirty="0"/>
              <a:t>.</a:t>
            </a:r>
          </a:p>
          <a:p>
            <a:pPr marL="0" indent="0">
              <a:buNone/>
            </a:pP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1925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D8AB7B-E424-44CC-A337-4B8DAFC30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771585"/>
          </a:xfrm>
        </p:spPr>
        <p:txBody>
          <a:bodyPr>
            <a:normAutofit fontScale="90000"/>
          </a:bodyPr>
          <a:lstStyle/>
          <a:p>
            <a:r>
              <a:rPr kumimoji="1" lang="ja-JP" altLang="en-US" dirty="0"/>
              <a:t>じぶんのぶんをつくりましょう。</a:t>
            </a:r>
            <a:br>
              <a:rPr kumimoji="1" lang="en-US" altLang="ja-JP" dirty="0"/>
            </a:br>
            <a:r>
              <a:rPr lang="en-US" altLang="ja-JP" dirty="0" err="1"/>
              <a:t>Jibun</a:t>
            </a:r>
            <a:r>
              <a:rPr lang="ja-JP" altLang="en-US" dirty="0"/>
              <a:t> </a:t>
            </a:r>
            <a:r>
              <a:rPr lang="en-US" altLang="ja-JP" dirty="0"/>
              <a:t>no</a:t>
            </a:r>
            <a:r>
              <a:rPr lang="ja-JP" altLang="en-US" dirty="0"/>
              <a:t> </a:t>
            </a:r>
            <a:r>
              <a:rPr lang="en-US" altLang="ja-JP" dirty="0"/>
              <a:t>bun</a:t>
            </a:r>
            <a:r>
              <a:rPr lang="ja-JP" altLang="en-US" dirty="0"/>
              <a:t> </a:t>
            </a:r>
            <a:r>
              <a:rPr lang="en-US" altLang="ja-JP" dirty="0"/>
              <a:t>o</a:t>
            </a:r>
            <a:r>
              <a:rPr lang="ja-JP" altLang="en-US" dirty="0"/>
              <a:t> </a:t>
            </a:r>
            <a:r>
              <a:rPr lang="en-US" altLang="ja-JP" dirty="0" err="1"/>
              <a:t>tsukurimashoo</a:t>
            </a:r>
            <a:r>
              <a:rPr lang="en-US" altLang="ja-JP" dirty="0"/>
              <a:t>.</a:t>
            </a:r>
            <a:br>
              <a:rPr lang="th-TH" altLang="ja-JP" dirty="0"/>
            </a:br>
            <a:r>
              <a:rPr lang="en-US" altLang="ja-JP" dirty="0"/>
              <a:t>Google Slide </a:t>
            </a:r>
            <a:r>
              <a:rPr lang="en-US" altLang="ja-JP" dirty="0" err="1"/>
              <a:t>ni</a:t>
            </a:r>
            <a:r>
              <a:rPr lang="en-US" altLang="ja-JP" dirty="0"/>
              <a:t> </a:t>
            </a:r>
            <a:r>
              <a:rPr lang="en-US" altLang="ja-JP" dirty="0" err="1"/>
              <a:t>uchimashoo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AF0D11-E9C6-40CC-A9AA-0EB3CD94F3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0629" y="2801667"/>
            <a:ext cx="5805195" cy="36912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ja-JP" dirty="0"/>
              <a:t>(</a:t>
            </a:r>
            <a:r>
              <a:rPr lang="ja-JP" altLang="en-US" dirty="0"/>
              <a:t>ともだちと、かぞくと、ひとりで</a:t>
            </a:r>
            <a:r>
              <a:rPr lang="en-US" altLang="ja-JP" dirty="0"/>
              <a:t>)</a:t>
            </a:r>
          </a:p>
          <a:p>
            <a:pPr marL="0" indent="0">
              <a:buNone/>
            </a:pPr>
            <a:r>
              <a:rPr lang="ja-JP" altLang="en-US" dirty="0"/>
              <a:t>～にいきました。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～ました。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～かったです</a:t>
            </a:r>
            <a:r>
              <a:rPr lang="en-US" altLang="ja-JP" dirty="0"/>
              <a:t>/~</a:t>
            </a:r>
            <a:r>
              <a:rPr lang="ja-JP" altLang="en-US" dirty="0"/>
              <a:t>でした。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あと、～ました。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～かったです</a:t>
            </a:r>
            <a:r>
              <a:rPr kumimoji="1" lang="en-US" altLang="ja-JP" dirty="0"/>
              <a:t>/~</a:t>
            </a:r>
            <a:r>
              <a:rPr kumimoji="1" lang="ja-JP" altLang="en-US" dirty="0"/>
              <a:t>でした。</a:t>
            </a:r>
            <a:endParaRPr kumimoji="1" lang="en-US" altLang="ja-JP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E1706AB-F1BF-447F-93D0-F1E46005C1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771690"/>
            <a:ext cx="5889171" cy="40209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ja-JP" dirty="0"/>
              <a:t>(</a:t>
            </a:r>
            <a:r>
              <a:rPr lang="en-US" altLang="ja-JP" dirty="0" err="1"/>
              <a:t>tomodachi</a:t>
            </a:r>
            <a:r>
              <a:rPr lang="en-US" altLang="ja-JP" dirty="0"/>
              <a:t> to, Kazoku to, </a:t>
            </a:r>
            <a:r>
              <a:rPr lang="en-US" altLang="ja-JP" dirty="0" err="1"/>
              <a:t>hitori</a:t>
            </a:r>
            <a:r>
              <a:rPr lang="en-US" altLang="ja-JP" dirty="0"/>
              <a:t> de)</a:t>
            </a:r>
          </a:p>
          <a:p>
            <a:pPr marL="0" indent="0">
              <a:buNone/>
            </a:pPr>
            <a:r>
              <a:rPr lang="en-US" altLang="ja-JP" dirty="0"/>
              <a:t>~</a:t>
            </a:r>
            <a:r>
              <a:rPr lang="en-US" altLang="ja-JP" dirty="0" err="1"/>
              <a:t>ni</a:t>
            </a:r>
            <a:r>
              <a:rPr lang="en-US" altLang="ja-JP" dirty="0"/>
              <a:t> </a:t>
            </a:r>
            <a:r>
              <a:rPr lang="en-US" altLang="ja-JP" dirty="0" err="1"/>
              <a:t>ikimashita</a:t>
            </a:r>
            <a:r>
              <a:rPr lang="en-US" altLang="ja-JP" dirty="0"/>
              <a:t>.</a:t>
            </a:r>
          </a:p>
          <a:p>
            <a:pPr marL="0" indent="0">
              <a:buNone/>
            </a:pPr>
            <a:r>
              <a:rPr lang="en-US" altLang="ja-JP" dirty="0"/>
              <a:t>~ </a:t>
            </a:r>
            <a:r>
              <a:rPr lang="en-US" altLang="ja-JP" dirty="0" err="1"/>
              <a:t>mashita</a:t>
            </a:r>
            <a:r>
              <a:rPr lang="en-US" altLang="ja-JP" dirty="0"/>
              <a:t>.</a:t>
            </a:r>
          </a:p>
          <a:p>
            <a:pPr marL="0" indent="0">
              <a:buNone/>
            </a:pPr>
            <a:r>
              <a:rPr lang="en-US" altLang="ja-JP" dirty="0"/>
              <a:t>~</a:t>
            </a:r>
            <a:r>
              <a:rPr lang="en-US" altLang="ja-JP" dirty="0" err="1"/>
              <a:t>kattadesu</a:t>
            </a:r>
            <a:r>
              <a:rPr lang="en-US" altLang="ja-JP" dirty="0"/>
              <a:t>/~</a:t>
            </a:r>
            <a:r>
              <a:rPr lang="en-US" altLang="ja-JP" dirty="0" err="1"/>
              <a:t>deshita</a:t>
            </a:r>
            <a:r>
              <a:rPr lang="en-US" altLang="ja-JP" dirty="0"/>
              <a:t>.</a:t>
            </a:r>
          </a:p>
          <a:p>
            <a:pPr marL="0" indent="0">
              <a:buNone/>
            </a:pPr>
            <a:r>
              <a:rPr lang="en-US" altLang="ja-JP" dirty="0" err="1"/>
              <a:t>Ato</a:t>
            </a:r>
            <a:r>
              <a:rPr lang="en-US" altLang="ja-JP" dirty="0"/>
              <a:t>, ~ </a:t>
            </a:r>
            <a:r>
              <a:rPr lang="en-US" altLang="ja-JP" dirty="0" err="1"/>
              <a:t>mashita</a:t>
            </a:r>
            <a:r>
              <a:rPr lang="en-US" altLang="ja-JP" dirty="0"/>
              <a:t>.</a:t>
            </a:r>
          </a:p>
          <a:p>
            <a:pPr marL="0" indent="0">
              <a:buNone/>
            </a:pPr>
            <a:r>
              <a:rPr lang="en-US" altLang="ja-JP" dirty="0"/>
              <a:t>~</a:t>
            </a:r>
            <a:r>
              <a:rPr lang="en-US" altLang="ja-JP" dirty="0" err="1"/>
              <a:t>kattadesu</a:t>
            </a:r>
            <a:r>
              <a:rPr lang="en-US" altLang="ja-JP" dirty="0"/>
              <a:t>/~</a:t>
            </a:r>
            <a:r>
              <a:rPr lang="en-US" altLang="ja-JP" dirty="0" err="1"/>
              <a:t>deshita</a:t>
            </a:r>
            <a:r>
              <a:rPr lang="en-US" altLang="ja-JP" dirty="0"/>
              <a:t>.</a:t>
            </a:r>
          </a:p>
          <a:p>
            <a:pPr marL="0" indent="0">
              <a:buNone/>
            </a:pP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751952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70EC6902-5A3E-57FE-8A47-E02EAB898A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114" y="-9543"/>
            <a:ext cx="1321612" cy="1323935"/>
          </a:xfrm>
          <a:prstGeom prst="rect">
            <a:avLst/>
          </a:prstGeom>
        </p:spPr>
      </p:pic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CE5B8CE2-E568-3D3D-86AF-59D2126AD4DA}"/>
              </a:ext>
            </a:extLst>
          </p:cNvPr>
          <p:cNvSpPr/>
          <p:nvPr/>
        </p:nvSpPr>
        <p:spPr>
          <a:xfrm>
            <a:off x="2290762" y="300040"/>
            <a:ext cx="3362326" cy="1104900"/>
          </a:xfrm>
          <a:prstGeom prst="wedgeRoundRectCallout">
            <a:avLst>
              <a:gd name="adj1" fmla="val -64530"/>
              <a:gd name="adj2" fmla="val 20682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2400" dirty="0" err="1"/>
              <a:t>Zenkai</a:t>
            </a:r>
            <a:r>
              <a:rPr kumimoji="1" lang="en-US" altLang="ja-JP" sz="2400" dirty="0"/>
              <a:t>, </a:t>
            </a:r>
            <a:r>
              <a:rPr kumimoji="1" lang="en-US" altLang="ja-JP" sz="2400" dirty="0" err="1"/>
              <a:t>ryokoowa</a:t>
            </a:r>
            <a:r>
              <a:rPr kumimoji="1" lang="en-US" altLang="ja-JP" sz="2400" dirty="0"/>
              <a:t>, </a:t>
            </a:r>
          </a:p>
          <a:p>
            <a:r>
              <a:rPr kumimoji="1" lang="en-US" altLang="ja-JP" sz="2400" dirty="0"/>
              <a:t> </a:t>
            </a:r>
            <a:r>
              <a:rPr kumimoji="1" lang="en-US" altLang="ja-JP" sz="2400" dirty="0" err="1"/>
              <a:t>dokoni</a:t>
            </a:r>
            <a:r>
              <a:rPr kumimoji="1" lang="en-US" altLang="ja-JP" sz="2400" dirty="0"/>
              <a:t> </a:t>
            </a:r>
            <a:r>
              <a:rPr kumimoji="1" lang="en-US" altLang="ja-JP" sz="2400" dirty="0" err="1"/>
              <a:t>ikimashita</a:t>
            </a:r>
            <a:r>
              <a:rPr lang="ja-JP" altLang="en-US" sz="2400" dirty="0"/>
              <a:t> </a:t>
            </a:r>
            <a:r>
              <a:rPr kumimoji="1" lang="en-US" altLang="ja-JP" sz="2400" dirty="0"/>
              <a:t>ka?</a:t>
            </a:r>
            <a:endParaRPr lang="en-US" sz="2400" dirty="0"/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EB01F1AC-BE54-059C-7330-089BADA28225}"/>
              </a:ext>
            </a:extLst>
          </p:cNvPr>
          <p:cNvSpPr/>
          <p:nvPr/>
        </p:nvSpPr>
        <p:spPr>
          <a:xfrm>
            <a:off x="5943600" y="628650"/>
            <a:ext cx="3362326" cy="1104900"/>
          </a:xfrm>
          <a:prstGeom prst="wedgeRoundRectCallout">
            <a:avLst>
              <a:gd name="adj1" fmla="val 70881"/>
              <a:gd name="adj2" fmla="val 28441"/>
              <a:gd name="adj3" fmla="val 16667"/>
            </a:avLst>
          </a:prstGeom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altLang="ja-JP" sz="2400" dirty="0" err="1"/>
              <a:t>tomodachi</a:t>
            </a:r>
            <a:r>
              <a:rPr lang="en-US" altLang="ja-JP" sz="2400" dirty="0"/>
              <a:t> to</a:t>
            </a:r>
          </a:p>
          <a:p>
            <a:pPr marL="0" indent="0">
              <a:buNone/>
            </a:pPr>
            <a:r>
              <a:rPr lang="en-US" altLang="ja-JP" sz="2400" dirty="0"/>
              <a:t>Kanchanaburi-</a:t>
            </a:r>
            <a:r>
              <a:rPr lang="ja-JP" altLang="en-US" sz="2400" dirty="0"/>
              <a:t> </a:t>
            </a:r>
            <a:r>
              <a:rPr lang="en-US" altLang="ja-JP" sz="2400" dirty="0" err="1"/>
              <a:t>ni</a:t>
            </a:r>
            <a:r>
              <a:rPr lang="en-US" altLang="ja-JP" sz="2400" dirty="0"/>
              <a:t>   </a:t>
            </a:r>
            <a:r>
              <a:rPr lang="en-US" altLang="ja-JP" sz="2400" dirty="0" err="1"/>
              <a:t>ikimashita</a:t>
            </a:r>
            <a:r>
              <a:rPr lang="en-US" altLang="ja-JP" sz="2400" dirty="0"/>
              <a:t>.</a:t>
            </a:r>
          </a:p>
        </p:txBody>
      </p: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723F5D9E-E7A9-0453-F55D-FCC491488335}"/>
              </a:ext>
            </a:extLst>
          </p:cNvPr>
          <p:cNvSpPr/>
          <p:nvPr/>
        </p:nvSpPr>
        <p:spPr>
          <a:xfrm>
            <a:off x="2066925" y="1595438"/>
            <a:ext cx="3362326" cy="1104900"/>
          </a:xfrm>
          <a:prstGeom prst="wedgeRoundRectCallout">
            <a:avLst>
              <a:gd name="adj1" fmla="val -64530"/>
              <a:gd name="adj2" fmla="val 20682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/>
              <a:t>Soo </a:t>
            </a:r>
            <a:r>
              <a:rPr lang="en-US" sz="2400" dirty="0" err="1"/>
              <a:t>desuka</a:t>
            </a:r>
            <a:r>
              <a:rPr lang="en-US" sz="2400" dirty="0"/>
              <a:t>.</a:t>
            </a:r>
          </a:p>
          <a:p>
            <a:r>
              <a:rPr lang="en-US" sz="2400" dirty="0"/>
              <a:t>Nani o </a:t>
            </a:r>
            <a:r>
              <a:rPr lang="en-US" sz="2400" dirty="0" err="1"/>
              <a:t>shimashitaka</a:t>
            </a:r>
            <a:r>
              <a:rPr lang="en-US" sz="2400" dirty="0"/>
              <a:t>?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CB17EA1-7CE7-A6E2-343D-D3128E0455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59" y="1485920"/>
            <a:ext cx="1321612" cy="132393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C56F5E1-A56E-0587-FDB8-7D140BEC80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914" y="2786143"/>
            <a:ext cx="1321612" cy="1323935"/>
          </a:xfrm>
          <a:prstGeom prst="rect">
            <a:avLst/>
          </a:prstGeom>
        </p:spPr>
      </p:pic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529D434A-A65C-10C8-F3E5-1F10B6373FF9}"/>
              </a:ext>
            </a:extLst>
          </p:cNvPr>
          <p:cNvSpPr/>
          <p:nvPr/>
        </p:nvSpPr>
        <p:spPr>
          <a:xfrm>
            <a:off x="5838825" y="2262188"/>
            <a:ext cx="3362326" cy="628650"/>
          </a:xfrm>
          <a:prstGeom prst="wedgeRoundRectCallout">
            <a:avLst>
              <a:gd name="adj1" fmla="val 70881"/>
              <a:gd name="adj2" fmla="val 28441"/>
              <a:gd name="adj3" fmla="val 16667"/>
            </a:avLst>
          </a:prstGeom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2400" dirty="0"/>
              <a:t>Taki de </a:t>
            </a:r>
            <a:r>
              <a:rPr lang="en-US" altLang="ja-JP" sz="2400" dirty="0" err="1"/>
              <a:t>asobimashita</a:t>
            </a:r>
            <a:r>
              <a:rPr lang="en-US" altLang="ja-JP" sz="2400" dirty="0"/>
              <a:t>.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D632BB7-F8EA-94E3-124F-F611014149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5509" y="5434013"/>
            <a:ext cx="1321612" cy="1323935"/>
          </a:xfrm>
          <a:prstGeom prst="rect">
            <a:avLst/>
          </a:prstGeom>
        </p:spPr>
      </p:pic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B6BC2D58-DBFB-193C-94E9-E5D9094D6882}"/>
              </a:ext>
            </a:extLst>
          </p:cNvPr>
          <p:cNvSpPr/>
          <p:nvPr/>
        </p:nvSpPr>
        <p:spPr>
          <a:xfrm>
            <a:off x="1933575" y="2933701"/>
            <a:ext cx="3362326" cy="1104900"/>
          </a:xfrm>
          <a:prstGeom prst="wedgeRoundRectCallout">
            <a:avLst>
              <a:gd name="adj1" fmla="val -64530"/>
              <a:gd name="adj2" fmla="val 20682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 err="1"/>
              <a:t>Ooo</a:t>
            </a:r>
            <a:r>
              <a:rPr lang="en-US" sz="2400" dirty="0"/>
              <a:t>, ii </a:t>
            </a:r>
            <a:r>
              <a:rPr lang="en-US" sz="2400" dirty="0" err="1"/>
              <a:t>desune</a:t>
            </a:r>
            <a:r>
              <a:rPr lang="en-US" sz="2400" dirty="0"/>
              <a:t>.</a:t>
            </a:r>
          </a:p>
          <a:p>
            <a:r>
              <a:rPr lang="en-US" sz="2400" dirty="0"/>
              <a:t>Doo </a:t>
            </a:r>
            <a:r>
              <a:rPr lang="en-US" sz="2400" dirty="0" err="1"/>
              <a:t>deshitaka</a:t>
            </a:r>
            <a:r>
              <a:rPr lang="en-US" sz="2400" dirty="0"/>
              <a:t>?</a:t>
            </a:r>
          </a:p>
        </p:txBody>
      </p:sp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9F412330-F898-32B8-7EDB-FA49E24906A6}"/>
              </a:ext>
            </a:extLst>
          </p:cNvPr>
          <p:cNvSpPr/>
          <p:nvPr/>
        </p:nvSpPr>
        <p:spPr>
          <a:xfrm>
            <a:off x="6096000" y="3486151"/>
            <a:ext cx="3362326" cy="628650"/>
          </a:xfrm>
          <a:prstGeom prst="wedgeRoundRectCallout">
            <a:avLst>
              <a:gd name="adj1" fmla="val 70881"/>
              <a:gd name="adj2" fmla="val 28441"/>
              <a:gd name="adj3" fmla="val 16667"/>
            </a:avLst>
          </a:prstGeom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2400" dirty="0" err="1"/>
              <a:t>Suzushikatta</a:t>
            </a:r>
            <a:r>
              <a:rPr lang="en-US" altLang="ja-JP" sz="2400" dirty="0"/>
              <a:t> </a:t>
            </a:r>
            <a:r>
              <a:rPr lang="en-US" altLang="ja-JP" sz="2400" dirty="0" err="1"/>
              <a:t>desu</a:t>
            </a:r>
            <a:r>
              <a:rPr lang="en-US" altLang="ja-JP" sz="2400" dirty="0"/>
              <a:t>.</a:t>
            </a:r>
          </a:p>
        </p:txBody>
      </p:sp>
      <p:sp>
        <p:nvSpPr>
          <p:cNvPr id="16" name="Speech Bubble: Rectangle with Corners Rounded 15">
            <a:extLst>
              <a:ext uri="{FF2B5EF4-FFF2-40B4-BE49-F238E27FC236}">
                <a16:creationId xmlns:a16="http://schemas.microsoft.com/office/drawing/2014/main" id="{AC877CEB-2AD1-4687-7009-0A83FFD2152B}"/>
              </a:ext>
            </a:extLst>
          </p:cNvPr>
          <p:cNvSpPr/>
          <p:nvPr/>
        </p:nvSpPr>
        <p:spPr>
          <a:xfrm>
            <a:off x="1971676" y="4371976"/>
            <a:ext cx="2305049" cy="600075"/>
          </a:xfrm>
          <a:prstGeom prst="wedgeRoundRectCallout">
            <a:avLst>
              <a:gd name="adj1" fmla="val -64530"/>
              <a:gd name="adj2" fmla="val 20682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/>
              <a:t>Soo </a:t>
            </a:r>
            <a:r>
              <a:rPr lang="en-US" sz="2400" dirty="0" err="1"/>
              <a:t>desuka</a:t>
            </a:r>
            <a:r>
              <a:rPr lang="en-US" sz="2400" dirty="0"/>
              <a:t>.</a:t>
            </a:r>
          </a:p>
        </p:txBody>
      </p:sp>
      <p:sp>
        <p:nvSpPr>
          <p:cNvPr id="17" name="Speech Bubble: Rectangle with Corners Rounded 16">
            <a:extLst>
              <a:ext uri="{FF2B5EF4-FFF2-40B4-BE49-F238E27FC236}">
                <a16:creationId xmlns:a16="http://schemas.microsoft.com/office/drawing/2014/main" id="{D4C03282-65DE-FFD3-D0E1-F384F8BFC794}"/>
              </a:ext>
            </a:extLst>
          </p:cNvPr>
          <p:cNvSpPr/>
          <p:nvPr/>
        </p:nvSpPr>
        <p:spPr>
          <a:xfrm>
            <a:off x="5653087" y="4614863"/>
            <a:ext cx="4452937" cy="1252539"/>
          </a:xfrm>
          <a:prstGeom prst="wedgeRoundRectCallout">
            <a:avLst>
              <a:gd name="adj1" fmla="val 70881"/>
              <a:gd name="adj2" fmla="val 28441"/>
              <a:gd name="adj3" fmla="val 16667"/>
            </a:avLst>
          </a:prstGeom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altLang="ja-JP" sz="2400" dirty="0" err="1"/>
              <a:t>Ato</a:t>
            </a:r>
            <a:r>
              <a:rPr lang="en-US" altLang="ja-JP" sz="2400" dirty="0"/>
              <a:t>, Onsen </a:t>
            </a:r>
            <a:r>
              <a:rPr lang="en-US" altLang="ja-JP" sz="2400" dirty="0" err="1"/>
              <a:t>ni</a:t>
            </a:r>
            <a:r>
              <a:rPr lang="en-US" altLang="ja-JP" sz="2400" dirty="0"/>
              <a:t> </a:t>
            </a:r>
            <a:r>
              <a:rPr lang="en-US" altLang="ja-JP" sz="2400" dirty="0" err="1"/>
              <a:t>hairimashita</a:t>
            </a:r>
            <a:r>
              <a:rPr lang="en-US" altLang="ja-JP" sz="2400" dirty="0"/>
              <a:t>.</a:t>
            </a:r>
          </a:p>
          <a:p>
            <a:pPr marL="0" indent="0">
              <a:buNone/>
            </a:pPr>
            <a:r>
              <a:rPr lang="en-US" altLang="ja-JP" sz="2400" dirty="0" err="1"/>
              <a:t>Kimochiyokatta</a:t>
            </a:r>
            <a:r>
              <a:rPr lang="en-US" altLang="ja-JP" sz="2400" dirty="0"/>
              <a:t> </a:t>
            </a:r>
            <a:r>
              <a:rPr lang="en-US" altLang="ja-JP" sz="2400" dirty="0" err="1"/>
              <a:t>desu</a:t>
            </a:r>
            <a:r>
              <a:rPr lang="en-US" altLang="ja-JP" sz="2400" dirty="0"/>
              <a:t>.</a:t>
            </a:r>
          </a:p>
          <a:p>
            <a:pPr marL="0" indent="0">
              <a:buNone/>
            </a:pPr>
            <a:r>
              <a:rPr lang="en-US" altLang="ja-JP" sz="2400" dirty="0" err="1"/>
              <a:t>Osusume</a:t>
            </a:r>
            <a:r>
              <a:rPr lang="en-US" altLang="ja-JP" sz="2400" dirty="0"/>
              <a:t> </a:t>
            </a:r>
            <a:r>
              <a:rPr lang="en-US" altLang="ja-JP" sz="2400" dirty="0" err="1"/>
              <a:t>desuyo</a:t>
            </a:r>
            <a:r>
              <a:rPr lang="en-US" altLang="ja-JP" sz="2400" dirty="0"/>
              <a:t>.</a:t>
            </a:r>
          </a:p>
        </p:txBody>
      </p:sp>
      <p:sp>
        <p:nvSpPr>
          <p:cNvPr id="21" name="Speech Bubble: Rectangle with Corners Rounded 20">
            <a:extLst>
              <a:ext uri="{FF2B5EF4-FFF2-40B4-BE49-F238E27FC236}">
                <a16:creationId xmlns:a16="http://schemas.microsoft.com/office/drawing/2014/main" id="{087A665C-886A-FBC7-5A4E-5EC9EF42637D}"/>
              </a:ext>
            </a:extLst>
          </p:cNvPr>
          <p:cNvSpPr/>
          <p:nvPr/>
        </p:nvSpPr>
        <p:spPr>
          <a:xfrm>
            <a:off x="1609726" y="5262562"/>
            <a:ext cx="3686175" cy="966787"/>
          </a:xfrm>
          <a:prstGeom prst="wedgeRoundRectCallout">
            <a:avLst>
              <a:gd name="adj1" fmla="val -67631"/>
              <a:gd name="adj2" fmla="val 59106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 err="1"/>
              <a:t>Iidesune</a:t>
            </a:r>
            <a:r>
              <a:rPr lang="en-US" sz="2400" dirty="0"/>
              <a:t>. </a:t>
            </a:r>
          </a:p>
          <a:p>
            <a:r>
              <a:rPr lang="en-US" sz="2400" dirty="0" err="1"/>
              <a:t>Watashi</a:t>
            </a:r>
            <a:r>
              <a:rPr lang="en-US" sz="2400" dirty="0"/>
              <a:t> </a:t>
            </a:r>
            <a:r>
              <a:rPr lang="en-US" sz="2400" dirty="0" err="1"/>
              <a:t>mo</a:t>
            </a:r>
            <a:r>
              <a:rPr lang="en-US" sz="2400" dirty="0"/>
              <a:t> </a:t>
            </a:r>
            <a:r>
              <a:rPr lang="en-US" sz="2400" dirty="0" err="1"/>
              <a:t>ikitai</a:t>
            </a:r>
            <a:r>
              <a:rPr lang="en-US" sz="2400" dirty="0"/>
              <a:t> </a:t>
            </a:r>
            <a:r>
              <a:rPr lang="en-US" sz="2400" dirty="0" err="1"/>
              <a:t>desu</a:t>
            </a:r>
            <a:r>
              <a:rPr lang="en-US" sz="2400" dirty="0"/>
              <a:t>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4C39115-D491-E69E-7537-86BFAE277B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1238" y="614381"/>
            <a:ext cx="1321612" cy="132393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D526CFB-F307-FCEA-6187-7BD79499D6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1238" y="1914545"/>
            <a:ext cx="1321612" cy="132393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335B221-DD76-F7EC-F63D-F64BD4E273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6024" y="3214709"/>
            <a:ext cx="1321612" cy="132393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484B1DC-4DE3-A1A2-D740-09CA197801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7524" y="4579164"/>
            <a:ext cx="1321612" cy="132393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34A6083-EFB9-EBDE-7771-038EA845D2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114" y="4110078"/>
            <a:ext cx="1321612" cy="1323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636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1">
      <a:majorFont>
        <a:latin typeface="Tahoma"/>
        <a:ea typeface="UD Digi Kyokasho N-B"/>
        <a:cs typeface="Tahoma"/>
      </a:majorFont>
      <a:minorFont>
        <a:latin typeface="Tahoma"/>
        <a:ea typeface="UD Digi Kyokasho N-B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593C16017DD1F1439642FE87AF0FF5A8" ma:contentTypeVersion="3" ma:contentTypeDescription="新しいドキュメントを作成します。" ma:contentTypeScope="" ma:versionID="9e2a3b9aed2b4a0f5071cba93e0d0081">
  <xsd:schema xmlns:xsd="http://www.w3.org/2001/XMLSchema" xmlns:xs="http://www.w3.org/2001/XMLSchema" xmlns:p="http://schemas.microsoft.com/office/2006/metadata/properties" xmlns:ns2="b688275c-64d9-42a2-8dd7-0304ba67bd76" targetNamespace="http://schemas.microsoft.com/office/2006/metadata/properties" ma:root="true" ma:fieldsID="9f78886d79d3feeaab3f69713d443423" ns2:_="">
    <xsd:import namespace="b688275c-64d9-42a2-8dd7-0304ba67bd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88275c-64d9-42a2-8dd7-0304ba67bd7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976940B-4FB1-441E-9666-D94C703E3E4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881421A-D4F1-4456-9445-9C28B5740AD0}">
  <ds:schemaRefs>
    <ds:schemaRef ds:uri="http://schemas.microsoft.com/office/2006/metadata/properties"/>
    <ds:schemaRef ds:uri="http://schemas.microsoft.com/office/infopath/2007/PartnerControls"/>
    <ds:schemaRef ds:uri="69a0e75c-dc73-4a62-ad08-54ac0ce864f0"/>
    <ds:schemaRef ds:uri="226d2048-9071-419e-9c7c-1fa729a82025"/>
  </ds:schemaRefs>
</ds:datastoreItem>
</file>

<file path=customXml/itemProps3.xml><?xml version="1.0" encoding="utf-8"?>
<ds:datastoreItem xmlns:ds="http://schemas.openxmlformats.org/officeDocument/2006/customXml" ds:itemID="{ED2EB1FE-DA83-455A-B700-6296C8D2ECE3}"/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1034</Words>
  <Application>Microsoft Office PowerPoint</Application>
  <PresentationFormat>Widescreen</PresentationFormat>
  <Paragraphs>114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Tahoma</vt:lpstr>
      <vt:lpstr>Office テーマ</vt:lpstr>
      <vt:lpstr>(I adjective)かったです。  (NA adjective)でした</vt:lpstr>
      <vt:lpstr>I adjective  おいしい、やすい、にがい、すっぱい、たのしい、おもしろい… oishii,  yasui,    nigai,  suppai,      tanoshii,  omoshiroi…</vt:lpstr>
      <vt:lpstr>(I adjective)かったです。 (I adjective)kattadesu</vt:lpstr>
      <vt:lpstr>(I adjective)かったです。 (I adjective)kattadesu</vt:lpstr>
      <vt:lpstr>(I adjective)かったです。 (I adjective)kattadesu</vt:lpstr>
      <vt:lpstr>(I adjective)かったです。 (I adjective)kattadesu</vt:lpstr>
      <vt:lpstr>Na adjective</vt:lpstr>
      <vt:lpstr>PowerPoint Presentation</vt:lpstr>
      <vt:lpstr>PowerPoint Presentation</vt:lpstr>
      <vt:lpstr>[れんしゅうしましょう]  ぜんかい、りょこうは、どこにいきましたか？ Zenkai, ryokoowa, dokoni ikimashita ka?</vt:lpstr>
      <vt:lpstr>ぜんかい、りょこうは、どこにいきましたか？ Zenkai, ryokoowa, dokoni ikimashita ka?</vt:lpstr>
      <vt:lpstr>じぶんのぶんをつくりましょう。 Jibun no bun o tsukurimashoo. Google Slide ni uchimashoo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KANETA Yuichiro</dc:creator>
  <cp:lastModifiedBy>Yuichiro Kaneta</cp:lastModifiedBy>
  <cp:revision>6</cp:revision>
  <dcterms:created xsi:type="dcterms:W3CDTF">2021-10-21T07:29:40Z</dcterms:created>
  <dcterms:modified xsi:type="dcterms:W3CDTF">2024-10-30T06:50:02Z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0x010100593C16017DD1F1439642FE87AF0FF5A8</vt:lpwstr>
  </property>
  <property fmtid="{D5CDD505-2E9C-101B-9397-08002B2CF9AE}" pid="3" name="MediaServiceImageTags">
    <vt:lpwstr/>
  </property>
</Properties>
</file>