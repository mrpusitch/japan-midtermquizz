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1" r:id="rId6"/>
    <p:sldId id="259" r:id="rId7"/>
    <p:sldId id="585" r:id="rId8"/>
    <p:sldId id="584" r:id="rId9"/>
    <p:sldId id="594" r:id="rId10"/>
    <p:sldId id="596" r:id="rId11"/>
    <p:sldId id="586" r:id="rId12"/>
    <p:sldId id="592" r:id="rId13"/>
    <p:sldId id="590" r:id="rId14"/>
    <p:sldId id="597" r:id="rId15"/>
    <p:sldId id="587" r:id="rId16"/>
    <p:sldId id="588" r:id="rId17"/>
    <p:sldId id="591" r:id="rId18"/>
    <p:sldId id="593" r:id="rId19"/>
    <p:sldId id="595" r:id="rId20"/>
    <p:sldId id="589" r:id="rId21"/>
    <p:sldId id="598" r:id="rId22"/>
    <p:sldId id="484" r:id="rId23"/>
    <p:sldId id="269" r:id="rId24"/>
    <p:sldId id="270" r:id="rId2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982164-5EF7-478C-83BC-00714719932E}" v="1" dt="2025-01-14T04:52:48.7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ichiro Kaneta" userId="f4aa7166-965a-4d82-a20e-c3b29afff24a" providerId="ADAL" clId="{EE94639D-5008-4C64-B4F7-E0AFE7ED85A4}"/>
    <pc:docChg chg="addSld modSld">
      <pc:chgData name="Yuichiro Kaneta" userId="f4aa7166-965a-4d82-a20e-c3b29afff24a" providerId="ADAL" clId="{EE94639D-5008-4C64-B4F7-E0AFE7ED85A4}" dt="2024-10-30T06:53:44.271" v="30"/>
      <pc:docMkLst>
        <pc:docMk/>
      </pc:docMkLst>
      <pc:sldChg chg="add">
        <pc:chgData name="Yuichiro Kaneta" userId="f4aa7166-965a-4d82-a20e-c3b29afff24a" providerId="ADAL" clId="{EE94639D-5008-4C64-B4F7-E0AFE7ED85A4}" dt="2024-10-30T06:53:44.271" v="30"/>
        <pc:sldMkLst>
          <pc:docMk/>
          <pc:sldMk cId="1979536917" sldId="484"/>
        </pc:sldMkLst>
      </pc:sldChg>
      <pc:sldChg chg="modSp mod">
        <pc:chgData name="Yuichiro Kaneta" userId="f4aa7166-965a-4d82-a20e-c3b29afff24a" providerId="ADAL" clId="{EE94639D-5008-4C64-B4F7-E0AFE7ED85A4}" dt="2024-10-30T06:52:15.017" v="18" actId="20577"/>
        <pc:sldMkLst>
          <pc:docMk/>
          <pc:sldMk cId="3562878799" sldId="587"/>
        </pc:sldMkLst>
        <pc:spChg chg="mod">
          <ac:chgData name="Yuichiro Kaneta" userId="f4aa7166-965a-4d82-a20e-c3b29afff24a" providerId="ADAL" clId="{EE94639D-5008-4C64-B4F7-E0AFE7ED85A4}" dt="2024-10-30T06:52:15.017" v="18" actId="20577"/>
          <ac:spMkLst>
            <pc:docMk/>
            <pc:sldMk cId="3562878799" sldId="587"/>
            <ac:spMk id="3" creationId="{A5D80EAF-2B2E-4D9E-8855-3F497FDC4FA0}"/>
          </ac:spMkLst>
        </pc:spChg>
      </pc:sldChg>
      <pc:sldChg chg="modSp mod">
        <pc:chgData name="Yuichiro Kaneta" userId="f4aa7166-965a-4d82-a20e-c3b29afff24a" providerId="ADAL" clId="{EE94639D-5008-4C64-B4F7-E0AFE7ED85A4}" dt="2024-10-30T06:52:55.700" v="29" actId="14100"/>
        <pc:sldMkLst>
          <pc:docMk/>
          <pc:sldMk cId="295239058" sldId="592"/>
        </pc:sldMkLst>
        <pc:spChg chg="mod">
          <ac:chgData name="Yuichiro Kaneta" userId="f4aa7166-965a-4d82-a20e-c3b29afff24a" providerId="ADAL" clId="{EE94639D-5008-4C64-B4F7-E0AFE7ED85A4}" dt="2024-10-30T06:52:55.700" v="29" actId="14100"/>
          <ac:spMkLst>
            <pc:docMk/>
            <pc:sldMk cId="295239058" sldId="592"/>
            <ac:spMk id="3" creationId="{A5D80EAF-2B2E-4D9E-8855-3F497FDC4FA0}"/>
          </ac:spMkLst>
        </pc:spChg>
      </pc:sldChg>
      <pc:sldChg chg="modSp mod">
        <pc:chgData name="Yuichiro Kaneta" userId="f4aa7166-965a-4d82-a20e-c3b29afff24a" providerId="ADAL" clId="{EE94639D-5008-4C64-B4F7-E0AFE7ED85A4}" dt="2024-10-30T06:51:41.800" v="1" actId="20577"/>
        <pc:sldMkLst>
          <pc:docMk/>
          <pc:sldMk cId="1100389087" sldId="598"/>
        </pc:sldMkLst>
        <pc:spChg chg="mod">
          <ac:chgData name="Yuichiro Kaneta" userId="f4aa7166-965a-4d82-a20e-c3b29afff24a" providerId="ADAL" clId="{EE94639D-5008-4C64-B4F7-E0AFE7ED85A4}" dt="2024-10-30T06:51:41.800" v="1" actId="20577"/>
          <ac:spMkLst>
            <pc:docMk/>
            <pc:sldMk cId="1100389087" sldId="598"/>
            <ac:spMk id="3" creationId="{A5D80EAF-2B2E-4D9E-8855-3F497FDC4FA0}"/>
          </ac:spMkLst>
        </pc:spChg>
      </pc:sldChg>
    </pc:docChg>
  </pc:docChgLst>
  <pc:docChgLst>
    <pc:chgData name="KANETA Yuichiro" userId="e987a6adf531f851" providerId="LiveId" clId="{3E8E61A7-5C9E-4F05-B633-DD00AF8A7E78}"/>
    <pc:docChg chg="custSel modSld">
      <pc:chgData name="KANETA Yuichiro" userId="e987a6adf531f851" providerId="LiveId" clId="{3E8E61A7-5C9E-4F05-B633-DD00AF8A7E78}" dt="2021-10-21T07:55:24.501" v="254" actId="20577"/>
      <pc:docMkLst>
        <pc:docMk/>
      </pc:docMkLst>
      <pc:sldChg chg="modSp mod">
        <pc:chgData name="KANETA Yuichiro" userId="e987a6adf531f851" providerId="LiveId" clId="{3E8E61A7-5C9E-4F05-B633-DD00AF8A7E78}" dt="2021-10-21T07:55:24.501" v="254" actId="20577"/>
        <pc:sldMkLst>
          <pc:docMk/>
          <pc:sldMk cId="2079873752" sldId="256"/>
        </pc:sldMkLst>
      </pc:sldChg>
      <pc:sldChg chg="addSp delSp modSp mod">
        <pc:chgData name="KANETA Yuichiro" userId="e987a6adf531f851" providerId="LiveId" clId="{3E8E61A7-5C9E-4F05-B633-DD00AF8A7E78}" dt="2021-10-21T07:35:41.343" v="5" actId="208"/>
        <pc:sldMkLst>
          <pc:docMk/>
          <pc:sldMk cId="3045714183" sldId="257"/>
        </pc:sldMkLst>
      </pc:sldChg>
      <pc:sldChg chg="addSp delSp modSp">
        <pc:chgData name="KANETA Yuichiro" userId="e987a6adf531f851" providerId="LiveId" clId="{3E8E61A7-5C9E-4F05-B633-DD00AF8A7E78}" dt="2021-10-21T07:43:22.088" v="11" actId="931"/>
        <pc:sldMkLst>
          <pc:docMk/>
          <pc:sldMk cId="2168765020" sldId="258"/>
        </pc:sldMkLst>
      </pc:sldChg>
      <pc:sldChg chg="addSp delSp modSp mod">
        <pc:chgData name="KANETA Yuichiro" userId="e987a6adf531f851" providerId="LiveId" clId="{3E8E61A7-5C9E-4F05-B633-DD00AF8A7E78}" dt="2021-10-21T07:54:12.069" v="67" actId="14100"/>
        <pc:sldMkLst>
          <pc:docMk/>
          <pc:sldMk cId="1544135676" sldId="259"/>
        </pc:sldMkLst>
      </pc:sldChg>
    </pc:docChg>
  </pc:docChgLst>
  <pc:docChgLst>
    <pc:chgData name="KANETA Yuichiro" userId="e987a6adf531f851" providerId="LiveId" clId="{44CD12D8-736C-469C-A92B-FBAC7DC9D0DE}"/>
    <pc:docChg chg="undo custSel addSld delSld modSld sldOrd">
      <pc:chgData name="KANETA Yuichiro" userId="e987a6adf531f851" providerId="LiveId" clId="{44CD12D8-736C-469C-A92B-FBAC7DC9D0DE}" dt="2021-10-21T10:55:36.750" v="1270"/>
      <pc:docMkLst>
        <pc:docMk/>
      </pc:docMkLst>
      <pc:sldChg chg="addSp delSp modSp mod">
        <pc:chgData name="KANETA Yuichiro" userId="e987a6adf531f851" providerId="LiveId" clId="{44CD12D8-736C-469C-A92B-FBAC7DC9D0DE}" dt="2021-10-21T10:54:23.186" v="1196"/>
        <pc:sldMkLst>
          <pc:docMk/>
          <pc:sldMk cId="2079873752" sldId="256"/>
        </pc:sldMkLst>
      </pc:sldChg>
      <pc:sldChg chg="del">
        <pc:chgData name="KANETA Yuichiro" userId="e987a6adf531f851" providerId="LiveId" clId="{44CD12D8-736C-469C-A92B-FBAC7DC9D0DE}" dt="2021-10-21T10:33:40.257" v="34" actId="47"/>
        <pc:sldMkLst>
          <pc:docMk/>
          <pc:sldMk cId="3045714183" sldId="257"/>
        </pc:sldMkLst>
      </pc:sldChg>
      <pc:sldChg chg="addSp delSp modSp add del">
        <pc:chgData name="KANETA Yuichiro" userId="e987a6adf531f851" providerId="LiveId" clId="{44CD12D8-736C-469C-A92B-FBAC7DC9D0DE}" dt="2021-10-21T10:54:16.990" v="1194" actId="47"/>
        <pc:sldMkLst>
          <pc:docMk/>
          <pc:sldMk cId="3714766401" sldId="257"/>
        </pc:sldMkLst>
      </pc:sldChg>
      <pc:sldChg chg="delSp modSp add del">
        <pc:chgData name="KANETA Yuichiro" userId="e987a6adf531f851" providerId="LiveId" clId="{44CD12D8-736C-469C-A92B-FBAC7DC9D0DE}" dt="2021-10-21T10:53:31.973" v="1125" actId="47"/>
        <pc:sldMkLst>
          <pc:docMk/>
          <pc:sldMk cId="2979531611" sldId="258"/>
        </pc:sldMkLst>
      </pc:sldChg>
      <pc:sldChg chg="addSp delSp modSp add del mod">
        <pc:chgData name="KANETA Yuichiro" userId="e987a6adf531f851" providerId="LiveId" clId="{44CD12D8-736C-469C-A92B-FBAC7DC9D0DE}" dt="2021-10-21T10:54:55.952" v="1259" actId="2696"/>
        <pc:sldMkLst>
          <pc:docMk/>
          <pc:sldMk cId="2822128716" sldId="259"/>
        </pc:sldMkLst>
      </pc:sldChg>
      <pc:sldChg chg="add">
        <pc:chgData name="KANETA Yuichiro" userId="e987a6adf531f851" providerId="LiveId" clId="{44CD12D8-736C-469C-A92B-FBAC7DC9D0DE}" dt="2021-10-21T10:54:59.305" v="1260"/>
        <pc:sldMkLst>
          <pc:docMk/>
          <pc:sldMk cId="3264936502" sldId="259"/>
        </pc:sldMkLst>
      </pc:sldChg>
      <pc:sldChg chg="del">
        <pc:chgData name="KANETA Yuichiro" userId="e987a6adf531f851" providerId="LiveId" clId="{44CD12D8-736C-469C-A92B-FBAC7DC9D0DE}" dt="2021-10-21T10:34:52.377" v="144" actId="47"/>
        <pc:sldMkLst>
          <pc:docMk/>
          <pc:sldMk cId="2395835148" sldId="260"/>
        </pc:sldMkLst>
      </pc:sldChg>
      <pc:sldChg chg="delSp add del">
        <pc:chgData name="KANETA Yuichiro" userId="e987a6adf531f851" providerId="LiveId" clId="{44CD12D8-736C-469C-A92B-FBAC7DC9D0DE}" dt="2021-10-21T10:43:07.354" v="385" actId="47"/>
        <pc:sldMkLst>
          <pc:docMk/>
          <pc:sldMk cId="4149354058" sldId="260"/>
        </pc:sldMkLst>
      </pc:sldChg>
      <pc:sldChg chg="addSp delSp modSp mod">
        <pc:chgData name="KANETA Yuichiro" userId="e987a6adf531f851" providerId="LiveId" clId="{44CD12D8-736C-469C-A92B-FBAC7DC9D0DE}" dt="2021-10-21T10:49:04.172" v="743" actId="1076"/>
        <pc:sldMkLst>
          <pc:docMk/>
          <pc:sldMk cId="3851136647" sldId="261"/>
        </pc:sldMkLst>
      </pc:sldChg>
      <pc:sldChg chg="add del">
        <pc:chgData name="KANETA Yuichiro" userId="e987a6adf531f851" providerId="LiveId" clId="{44CD12D8-736C-469C-A92B-FBAC7DC9D0DE}" dt="2021-10-21T10:51:26.174" v="902" actId="47"/>
        <pc:sldMkLst>
          <pc:docMk/>
          <pc:sldMk cId="133038235" sldId="262"/>
        </pc:sldMkLst>
      </pc:sldChg>
      <pc:sldChg chg="del">
        <pc:chgData name="KANETA Yuichiro" userId="e987a6adf531f851" providerId="LiveId" clId="{44CD12D8-736C-469C-A92B-FBAC7DC9D0DE}" dt="2021-10-21T10:34:54.528" v="145" actId="47"/>
        <pc:sldMkLst>
          <pc:docMk/>
          <pc:sldMk cId="2265133731" sldId="262"/>
        </pc:sldMkLst>
      </pc:sldChg>
      <pc:sldChg chg="del">
        <pc:chgData name="KANETA Yuichiro" userId="e987a6adf531f851" providerId="LiveId" clId="{44CD12D8-736C-469C-A92B-FBAC7DC9D0DE}" dt="2021-10-21T10:38:53.225" v="209" actId="47"/>
        <pc:sldMkLst>
          <pc:docMk/>
          <pc:sldMk cId="1075708394" sldId="426"/>
        </pc:sldMkLst>
      </pc:sldChg>
      <pc:sldChg chg="del">
        <pc:chgData name="KANETA Yuichiro" userId="e987a6adf531f851" providerId="LiveId" clId="{44CD12D8-736C-469C-A92B-FBAC7DC9D0DE}" dt="2021-10-21T10:38:53.225" v="209" actId="47"/>
        <pc:sldMkLst>
          <pc:docMk/>
          <pc:sldMk cId="3737586921" sldId="460"/>
        </pc:sldMkLst>
      </pc:sldChg>
      <pc:sldChg chg="del">
        <pc:chgData name="KANETA Yuichiro" userId="e987a6adf531f851" providerId="LiveId" clId="{44CD12D8-736C-469C-A92B-FBAC7DC9D0DE}" dt="2021-10-21T10:38:53.225" v="209" actId="47"/>
        <pc:sldMkLst>
          <pc:docMk/>
          <pc:sldMk cId="2088005874" sldId="461"/>
        </pc:sldMkLst>
      </pc:sldChg>
      <pc:sldChg chg="del">
        <pc:chgData name="KANETA Yuichiro" userId="e987a6adf531f851" providerId="LiveId" clId="{44CD12D8-736C-469C-A92B-FBAC7DC9D0DE}" dt="2021-10-21T10:38:53.225" v="209" actId="47"/>
        <pc:sldMkLst>
          <pc:docMk/>
          <pc:sldMk cId="331673806" sldId="462"/>
        </pc:sldMkLst>
      </pc:sldChg>
      <pc:sldChg chg="del">
        <pc:chgData name="KANETA Yuichiro" userId="e987a6adf531f851" providerId="LiveId" clId="{44CD12D8-736C-469C-A92B-FBAC7DC9D0DE}" dt="2021-10-21T10:38:53.225" v="209" actId="47"/>
        <pc:sldMkLst>
          <pc:docMk/>
          <pc:sldMk cId="796347746" sldId="580"/>
        </pc:sldMkLst>
      </pc:sldChg>
      <pc:sldChg chg="addSp delSp modSp add del mod">
        <pc:chgData name="KANETA Yuichiro" userId="e987a6adf531f851" providerId="LiveId" clId="{44CD12D8-736C-469C-A92B-FBAC7DC9D0DE}" dt="2021-10-21T10:40:12.912" v="232" actId="47"/>
        <pc:sldMkLst>
          <pc:docMk/>
          <pc:sldMk cId="321801000" sldId="581"/>
        </pc:sldMkLst>
      </pc:sldChg>
      <pc:sldChg chg="add del">
        <pc:chgData name="KANETA Yuichiro" userId="e987a6adf531f851" providerId="LiveId" clId="{44CD12D8-736C-469C-A92B-FBAC7DC9D0DE}" dt="2021-10-21T10:40:24.489" v="233" actId="47"/>
        <pc:sldMkLst>
          <pc:docMk/>
          <pc:sldMk cId="1718950488" sldId="582"/>
        </pc:sldMkLst>
      </pc:sldChg>
      <pc:sldChg chg="add del">
        <pc:chgData name="KANETA Yuichiro" userId="e987a6adf531f851" providerId="LiveId" clId="{44CD12D8-736C-469C-A92B-FBAC7DC9D0DE}" dt="2021-10-21T10:51:26.174" v="902" actId="47"/>
        <pc:sldMkLst>
          <pc:docMk/>
          <pc:sldMk cId="3862177901" sldId="583"/>
        </pc:sldMkLst>
      </pc:sldChg>
      <pc:sldChg chg="addSp delSp modSp add mod">
        <pc:chgData name="KANETA Yuichiro" userId="e987a6adf531f851" providerId="LiveId" clId="{44CD12D8-736C-469C-A92B-FBAC7DC9D0DE}" dt="2021-10-21T10:49:27.712" v="805" actId="404"/>
        <pc:sldMkLst>
          <pc:docMk/>
          <pc:sldMk cId="301206635" sldId="584"/>
        </pc:sldMkLst>
      </pc:sldChg>
      <pc:sldChg chg="add del">
        <pc:chgData name="KANETA Yuichiro" userId="e987a6adf531f851" providerId="LiveId" clId="{44CD12D8-736C-469C-A92B-FBAC7DC9D0DE}" dt="2021-10-21T10:39:40.084" v="218"/>
        <pc:sldMkLst>
          <pc:docMk/>
          <pc:sldMk cId="3980193334" sldId="584"/>
        </pc:sldMkLst>
      </pc:sldChg>
      <pc:sldChg chg="add del">
        <pc:chgData name="KANETA Yuichiro" userId="e987a6adf531f851" providerId="LiveId" clId="{44CD12D8-736C-469C-A92B-FBAC7DC9D0DE}" dt="2021-10-21T10:39:40.084" v="218"/>
        <pc:sldMkLst>
          <pc:docMk/>
          <pc:sldMk cId="961152603" sldId="585"/>
        </pc:sldMkLst>
      </pc:sldChg>
      <pc:sldChg chg="addSp delSp modSp add mod ord">
        <pc:chgData name="KANETA Yuichiro" userId="e987a6adf531f851" providerId="LiveId" clId="{44CD12D8-736C-469C-A92B-FBAC7DC9D0DE}" dt="2021-10-21T10:49:46.278" v="847" actId="20577"/>
        <pc:sldMkLst>
          <pc:docMk/>
          <pc:sldMk cId="3185816140" sldId="585"/>
        </pc:sldMkLst>
      </pc:sldChg>
      <pc:sldChg chg="add del">
        <pc:chgData name="KANETA Yuichiro" userId="e987a6adf531f851" providerId="LiveId" clId="{44CD12D8-736C-469C-A92B-FBAC7DC9D0DE}" dt="2021-10-21T10:39:40.084" v="218"/>
        <pc:sldMkLst>
          <pc:docMk/>
          <pc:sldMk cId="2053816764" sldId="586"/>
        </pc:sldMkLst>
      </pc:sldChg>
      <pc:sldChg chg="addSp delSp modSp add mod">
        <pc:chgData name="KANETA Yuichiro" userId="e987a6adf531f851" providerId="LiveId" clId="{44CD12D8-736C-469C-A92B-FBAC7DC9D0DE}" dt="2021-10-21T10:50:23.204" v="858" actId="14100"/>
        <pc:sldMkLst>
          <pc:docMk/>
          <pc:sldMk cId="4225529606" sldId="586"/>
        </pc:sldMkLst>
      </pc:sldChg>
      <pc:sldChg chg="add del">
        <pc:chgData name="KANETA Yuichiro" userId="e987a6adf531f851" providerId="LiveId" clId="{44CD12D8-736C-469C-A92B-FBAC7DC9D0DE}" dt="2021-10-21T10:39:40.084" v="218"/>
        <pc:sldMkLst>
          <pc:docMk/>
          <pc:sldMk cId="2092186218" sldId="587"/>
        </pc:sldMkLst>
      </pc:sldChg>
      <pc:sldChg chg="add ord">
        <pc:chgData name="KANETA Yuichiro" userId="e987a6adf531f851" providerId="LiveId" clId="{44CD12D8-736C-469C-A92B-FBAC7DC9D0DE}" dt="2021-10-21T10:49:53.345" v="851"/>
        <pc:sldMkLst>
          <pc:docMk/>
          <pc:sldMk cId="3562878799" sldId="587"/>
        </pc:sldMkLst>
      </pc:sldChg>
      <pc:sldChg chg="modSp add mod ord">
        <pc:chgData name="KANETA Yuichiro" userId="e987a6adf531f851" providerId="LiveId" clId="{44CD12D8-736C-469C-A92B-FBAC7DC9D0DE}" dt="2021-10-21T10:50:49.688" v="895" actId="6549"/>
        <pc:sldMkLst>
          <pc:docMk/>
          <pc:sldMk cId="2562761640" sldId="588"/>
        </pc:sldMkLst>
      </pc:sldChg>
      <pc:sldChg chg="add del">
        <pc:chgData name="KANETA Yuichiro" userId="e987a6adf531f851" providerId="LiveId" clId="{44CD12D8-736C-469C-A92B-FBAC7DC9D0DE}" dt="2021-10-21T10:39:40.084" v="218"/>
        <pc:sldMkLst>
          <pc:docMk/>
          <pc:sldMk cId="2711241924" sldId="588"/>
        </pc:sldMkLst>
      </pc:sldChg>
      <pc:sldChg chg="add del">
        <pc:chgData name="KANETA Yuichiro" userId="e987a6adf531f851" providerId="LiveId" clId="{44CD12D8-736C-469C-A92B-FBAC7DC9D0DE}" dt="2021-10-21T10:39:40.084" v="218"/>
        <pc:sldMkLst>
          <pc:docMk/>
          <pc:sldMk cId="636190592" sldId="589"/>
        </pc:sldMkLst>
      </pc:sldChg>
      <pc:sldChg chg="modSp add mod ord">
        <pc:chgData name="KANETA Yuichiro" userId="e987a6adf531f851" providerId="LiveId" clId="{44CD12D8-736C-469C-A92B-FBAC7DC9D0DE}" dt="2021-10-21T10:50:53.767" v="896" actId="6549"/>
        <pc:sldMkLst>
          <pc:docMk/>
          <pc:sldMk cId="2530039335" sldId="589"/>
        </pc:sldMkLst>
      </pc:sldChg>
      <pc:sldChg chg="delSp modSp new mod">
        <pc:chgData name="KANETA Yuichiro" userId="e987a6adf531f851" providerId="LiveId" clId="{44CD12D8-736C-469C-A92B-FBAC7DC9D0DE}" dt="2021-10-21T10:50:43.739" v="894" actId="478"/>
        <pc:sldMkLst>
          <pc:docMk/>
          <pc:sldMk cId="3053834680" sldId="590"/>
        </pc:sldMkLst>
      </pc:sldChg>
      <pc:sldChg chg="add del">
        <pc:chgData name="KANETA Yuichiro" userId="e987a6adf531f851" providerId="LiveId" clId="{44CD12D8-736C-469C-A92B-FBAC7DC9D0DE}" dt="2021-10-21T10:39:40.084" v="218"/>
        <pc:sldMkLst>
          <pc:docMk/>
          <pc:sldMk cId="3350215717" sldId="590"/>
        </pc:sldMkLst>
      </pc:sldChg>
      <pc:sldChg chg="addSp delSp modSp add mod">
        <pc:chgData name="KANETA Yuichiro" userId="e987a6adf531f851" providerId="LiveId" clId="{44CD12D8-736C-469C-A92B-FBAC7DC9D0DE}" dt="2021-10-21T10:51:54.334" v="950" actId="20577"/>
        <pc:sldMkLst>
          <pc:docMk/>
          <pc:sldMk cId="2026208960" sldId="591"/>
        </pc:sldMkLst>
      </pc:sldChg>
      <pc:sldChg chg="add">
        <pc:chgData name="KANETA Yuichiro" userId="e987a6adf531f851" providerId="LiveId" clId="{44CD12D8-736C-469C-A92B-FBAC7DC9D0DE}" dt="2021-10-21T10:52:30.753" v="1014"/>
        <pc:sldMkLst>
          <pc:docMk/>
          <pc:sldMk cId="295239058" sldId="592"/>
        </pc:sldMkLst>
      </pc:sldChg>
      <pc:sldChg chg="modSp add del mod">
        <pc:chgData name="KANETA Yuichiro" userId="e987a6adf531f851" providerId="LiveId" clId="{44CD12D8-736C-469C-A92B-FBAC7DC9D0DE}" dt="2021-10-21T10:52:27.744" v="1013" actId="2696"/>
        <pc:sldMkLst>
          <pc:docMk/>
          <pc:sldMk cId="1785954694" sldId="592"/>
        </pc:sldMkLst>
      </pc:sldChg>
      <pc:sldChg chg="addSp delSp modSp add del mod">
        <pc:chgData name="KANETA Yuichiro" userId="e987a6adf531f851" providerId="LiveId" clId="{44CD12D8-736C-469C-A92B-FBAC7DC9D0DE}" dt="2021-10-21T10:53:23.676" v="1122" actId="2696"/>
        <pc:sldMkLst>
          <pc:docMk/>
          <pc:sldMk cId="4112802279" sldId="593"/>
        </pc:sldMkLst>
      </pc:sldChg>
      <pc:sldChg chg="add">
        <pc:chgData name="KANETA Yuichiro" userId="e987a6adf531f851" providerId="LiveId" clId="{44CD12D8-736C-469C-A92B-FBAC7DC9D0DE}" dt="2021-10-21T10:53:29.738" v="1124"/>
        <pc:sldMkLst>
          <pc:docMk/>
          <pc:sldMk cId="1301782575" sldId="594"/>
        </pc:sldMkLst>
      </pc:sldChg>
      <pc:sldChg chg="modSp add del mod">
        <pc:chgData name="KANETA Yuichiro" userId="e987a6adf531f851" providerId="LiveId" clId="{44CD12D8-736C-469C-A92B-FBAC7DC9D0DE}" dt="2021-10-21T10:53:25.202" v="1123" actId="2696"/>
        <pc:sldMkLst>
          <pc:docMk/>
          <pc:sldMk cId="2914303157" sldId="594"/>
        </pc:sldMkLst>
      </pc:sldChg>
      <pc:sldChg chg="addSp delSp modSp add mod ord">
        <pc:chgData name="KANETA Yuichiro" userId="e987a6adf531f851" providerId="LiveId" clId="{44CD12D8-736C-469C-A92B-FBAC7DC9D0DE}" dt="2021-10-21T10:55:30.708" v="1266"/>
        <pc:sldMkLst>
          <pc:docMk/>
          <pc:sldMk cId="1946091512" sldId="595"/>
        </pc:sldMkLst>
      </pc:sldChg>
      <pc:sldChg chg="add del">
        <pc:chgData name="KANETA Yuichiro" userId="e987a6adf531f851" providerId="LiveId" clId="{44CD12D8-736C-469C-A92B-FBAC7DC9D0DE}" dt="2021-10-21T10:55:03.120" v="1261" actId="2696"/>
        <pc:sldMkLst>
          <pc:docMk/>
          <pc:sldMk cId="2085628808" sldId="596"/>
        </pc:sldMkLst>
      </pc:sldChg>
      <pc:sldChg chg="modSp add del mod">
        <pc:chgData name="KANETA Yuichiro" userId="e987a6adf531f851" providerId="LiveId" clId="{44CD12D8-736C-469C-A92B-FBAC7DC9D0DE}" dt="2021-10-21T10:54:11.294" v="1192" actId="2696"/>
        <pc:sldMkLst>
          <pc:docMk/>
          <pc:sldMk cId="3041288108" sldId="596"/>
        </pc:sldMkLst>
      </pc:sldChg>
      <pc:sldChg chg="add">
        <pc:chgData name="KANETA Yuichiro" userId="e987a6adf531f851" providerId="LiveId" clId="{44CD12D8-736C-469C-A92B-FBAC7DC9D0DE}" dt="2021-10-21T10:55:05.694" v="1262"/>
        <pc:sldMkLst>
          <pc:docMk/>
          <pc:sldMk cId="4067533266" sldId="596"/>
        </pc:sldMkLst>
      </pc:sldChg>
      <pc:sldChg chg="modSp add mod ord">
        <pc:chgData name="KANETA Yuichiro" userId="e987a6adf531f851" providerId="LiveId" clId="{44CD12D8-736C-469C-A92B-FBAC7DC9D0DE}" dt="2021-10-21T10:55:36.750" v="1270"/>
        <pc:sldMkLst>
          <pc:docMk/>
          <pc:sldMk cId="4181180430" sldId="597"/>
        </pc:sldMkLst>
      </pc:sldChg>
    </pc:docChg>
  </pc:docChgLst>
  <pc:docChgLst>
    <pc:chgData name="Yuichiro Kaneta" userId="f4aa7166-965a-4d82-a20e-c3b29afff24a" providerId="ADAL" clId="{37982164-5EF7-478C-83BC-00714719932E}"/>
    <pc:docChg chg="addSld modSld">
      <pc:chgData name="Yuichiro Kaneta" userId="f4aa7166-965a-4d82-a20e-c3b29afff24a" providerId="ADAL" clId="{37982164-5EF7-478C-83BC-00714719932E}" dt="2025-01-14T04:53:09.983" v="83" actId="6549"/>
      <pc:docMkLst>
        <pc:docMk/>
      </pc:docMkLst>
      <pc:sldChg chg="add">
        <pc:chgData name="Yuichiro Kaneta" userId="f4aa7166-965a-4d82-a20e-c3b29afff24a" providerId="ADAL" clId="{37982164-5EF7-478C-83BC-00714719932E}" dt="2025-01-14T04:52:48.773" v="0"/>
        <pc:sldMkLst>
          <pc:docMk/>
          <pc:sldMk cId="331925544" sldId="269"/>
        </pc:sldMkLst>
      </pc:sldChg>
      <pc:sldChg chg="add">
        <pc:chgData name="Yuichiro Kaneta" userId="f4aa7166-965a-4d82-a20e-c3b29afff24a" providerId="ADAL" clId="{37982164-5EF7-478C-83BC-00714719932E}" dt="2025-01-14T04:52:48.773" v="0"/>
        <pc:sldMkLst>
          <pc:docMk/>
          <pc:sldMk cId="2751952814" sldId="270"/>
        </pc:sldMkLst>
      </pc:sldChg>
      <pc:sldChg chg="modSp mod">
        <pc:chgData name="Yuichiro Kaneta" userId="f4aa7166-965a-4d82-a20e-c3b29afff24a" providerId="ADAL" clId="{37982164-5EF7-478C-83BC-00714719932E}" dt="2025-01-14T04:53:09.983" v="83" actId="6549"/>
        <pc:sldMkLst>
          <pc:docMk/>
          <pc:sldMk cId="1979536917" sldId="484"/>
        </pc:sldMkLst>
        <pc:spChg chg="mod">
          <ac:chgData name="Yuichiro Kaneta" userId="f4aa7166-965a-4d82-a20e-c3b29afff24a" providerId="ADAL" clId="{37982164-5EF7-478C-83BC-00714719932E}" dt="2025-01-14T04:53:09.983" v="83" actId="6549"/>
          <ac:spMkLst>
            <pc:docMk/>
            <pc:sldMk cId="1979536917" sldId="484"/>
            <ac:spMk id="3" creationId="{5385D250-6C75-6A08-6A5F-567CBA2ADFBB}"/>
          </ac:spMkLst>
        </pc:spChg>
      </pc:sldChg>
    </pc:docChg>
  </pc:docChgLst>
  <pc:docChgLst>
    <pc:chgData name="Yuichiro KANETA" userId="e987a6adf531f851" providerId="LiveId" clId="{1B4A9426-93FE-49B9-A52F-AFD8B644BC55}"/>
    <pc:docChg chg="custSel addSld modSld">
      <pc:chgData name="Yuichiro KANETA" userId="e987a6adf531f851" providerId="LiveId" clId="{1B4A9426-93FE-49B9-A52F-AFD8B644BC55}" dt="2023-09-12T06:00:18.743" v="273" actId="207"/>
      <pc:docMkLst>
        <pc:docMk/>
      </pc:docMkLst>
      <pc:sldChg chg="delSp modSp add mod">
        <pc:chgData name="Yuichiro KANETA" userId="e987a6adf531f851" providerId="LiveId" clId="{1B4A9426-93FE-49B9-A52F-AFD8B644BC55}" dt="2023-09-12T06:00:18.743" v="273" actId="207"/>
        <pc:sldMkLst>
          <pc:docMk/>
          <pc:sldMk cId="1100389087" sldId="598"/>
        </pc:sldMkLst>
      </pc:sldChg>
    </pc:docChg>
  </pc:docChgLst>
  <pc:docChgLst>
    <pc:chgData name="KANETA Yuichiro" userId="e987a6adf531f851" providerId="LiveId" clId="{ECF3227E-C73B-4005-8D9A-EA132573687A}"/>
    <pc:docChg chg="modSld sldOrd">
      <pc:chgData name="KANETA Yuichiro" userId="e987a6adf531f851" providerId="LiveId" clId="{ECF3227E-C73B-4005-8D9A-EA132573687A}" dt="2022-02-08T07:31:14.313" v="13"/>
      <pc:docMkLst>
        <pc:docMk/>
      </pc:docMkLst>
      <pc:sldChg chg="ord">
        <pc:chgData name="KANETA Yuichiro" userId="e987a6adf531f851" providerId="LiveId" clId="{ECF3227E-C73B-4005-8D9A-EA132573687A}" dt="2022-02-08T07:31:14.313" v="13"/>
        <pc:sldMkLst>
          <pc:docMk/>
          <pc:sldMk cId="2026208960" sldId="591"/>
        </pc:sldMkLst>
      </pc:sldChg>
      <pc:sldChg chg="ord">
        <pc:chgData name="KANETA Yuichiro" userId="e987a6adf531f851" providerId="LiveId" clId="{ECF3227E-C73B-4005-8D9A-EA132573687A}" dt="2022-02-08T07:31:13.065" v="11"/>
        <pc:sldMkLst>
          <pc:docMk/>
          <pc:sldMk cId="4112802279" sldId="593"/>
        </pc:sldMkLst>
      </pc:sldChg>
      <pc:sldChg chg="ord">
        <pc:chgData name="KANETA Yuichiro" userId="e987a6adf531f851" providerId="LiveId" clId="{ECF3227E-C73B-4005-8D9A-EA132573687A}" dt="2022-02-08T07:30:48.607" v="5"/>
        <pc:sldMkLst>
          <pc:docMk/>
          <pc:sldMk cId="1301782575" sldId="594"/>
        </pc:sldMkLst>
      </pc:sldChg>
      <pc:sldChg chg="ord">
        <pc:chgData name="KANETA Yuichiro" userId="e987a6adf531f851" providerId="LiveId" clId="{ECF3227E-C73B-4005-8D9A-EA132573687A}" dt="2022-02-08T07:30:57.141" v="7"/>
        <pc:sldMkLst>
          <pc:docMk/>
          <pc:sldMk cId="1946091512" sldId="595"/>
        </pc:sldMkLst>
      </pc:sldChg>
      <pc:sldChg chg="ord">
        <pc:chgData name="KANETA Yuichiro" userId="e987a6adf531f851" providerId="LiveId" clId="{ECF3227E-C73B-4005-8D9A-EA132573687A}" dt="2022-02-08T07:30:25.374" v="1"/>
        <pc:sldMkLst>
          <pc:docMk/>
          <pc:sldMk cId="4067533266" sldId="596"/>
        </pc:sldMkLst>
      </pc:sldChg>
    </pc:docChg>
  </pc:docChgLst>
  <pc:docChgLst>
    <pc:chgData name="KANETA Yuichiro" userId="e987a6adf531f851" providerId="LiveId" clId="{5141B19E-15F1-4219-B75A-F4DC913D2680}"/>
    <pc:docChg chg="undo custSel addSld delSld modSld sldOrd">
      <pc:chgData name="KANETA Yuichiro" userId="e987a6adf531f851" providerId="LiveId" clId="{5141B19E-15F1-4219-B75A-F4DC913D2680}" dt="2021-10-21T09:28:43.147" v="983" actId="20577"/>
      <pc:docMkLst>
        <pc:docMk/>
      </pc:docMkLst>
      <pc:sldChg chg="modSp mod">
        <pc:chgData name="KANETA Yuichiro" userId="e987a6adf531f851" providerId="LiveId" clId="{5141B19E-15F1-4219-B75A-F4DC913D2680}" dt="2021-10-21T09:08:18.917" v="24" actId="27636"/>
        <pc:sldMkLst>
          <pc:docMk/>
          <pc:sldMk cId="2079873752" sldId="256"/>
        </pc:sldMkLst>
      </pc:sldChg>
      <pc:sldChg chg="addSp delSp modSp mod">
        <pc:chgData name="KANETA Yuichiro" userId="e987a6adf531f851" providerId="LiveId" clId="{5141B19E-15F1-4219-B75A-F4DC913D2680}" dt="2021-10-21T09:17:17.187" v="377" actId="20577"/>
        <pc:sldMkLst>
          <pc:docMk/>
          <pc:sldMk cId="3045714183" sldId="257"/>
        </pc:sldMkLst>
      </pc:sldChg>
      <pc:sldChg chg="addSp delSp modSp del mod">
        <pc:chgData name="KANETA Yuichiro" userId="e987a6adf531f851" providerId="LiveId" clId="{5141B19E-15F1-4219-B75A-F4DC913D2680}" dt="2021-10-21T09:15:58.292" v="285" actId="47"/>
        <pc:sldMkLst>
          <pc:docMk/>
          <pc:sldMk cId="2168765020" sldId="258"/>
        </pc:sldMkLst>
      </pc:sldChg>
      <pc:sldChg chg="del">
        <pc:chgData name="KANETA Yuichiro" userId="e987a6adf531f851" providerId="LiveId" clId="{5141B19E-15F1-4219-B75A-F4DC913D2680}" dt="2021-10-21T09:16:05.384" v="286" actId="47"/>
        <pc:sldMkLst>
          <pc:docMk/>
          <pc:sldMk cId="1544135676" sldId="259"/>
        </pc:sldMkLst>
      </pc:sldChg>
      <pc:sldChg chg="addSp delSp modSp add mod">
        <pc:chgData name="KANETA Yuichiro" userId="e987a6adf531f851" providerId="LiveId" clId="{5141B19E-15F1-4219-B75A-F4DC913D2680}" dt="2021-10-21T09:17:35.815" v="407" actId="20577"/>
        <pc:sldMkLst>
          <pc:docMk/>
          <pc:sldMk cId="2395835148" sldId="260"/>
        </pc:sldMkLst>
      </pc:sldChg>
      <pc:sldChg chg="addSp delSp modSp add mod ord">
        <pc:chgData name="KANETA Yuichiro" userId="e987a6adf531f851" providerId="LiveId" clId="{5141B19E-15F1-4219-B75A-F4DC913D2680}" dt="2021-10-21T09:17:53.711" v="437"/>
        <pc:sldMkLst>
          <pc:docMk/>
          <pc:sldMk cId="3851136647" sldId="261"/>
        </pc:sldMkLst>
      </pc:sldChg>
      <pc:sldChg chg="addSp delSp modSp add mod">
        <pc:chgData name="KANETA Yuichiro" userId="e987a6adf531f851" providerId="LiveId" clId="{5141B19E-15F1-4219-B75A-F4DC913D2680}" dt="2021-10-21T09:19:48.257" v="590" actId="20577"/>
        <pc:sldMkLst>
          <pc:docMk/>
          <pc:sldMk cId="2265133731" sldId="262"/>
        </pc:sldMkLst>
      </pc:sldChg>
      <pc:sldChg chg="add">
        <pc:chgData name="KANETA Yuichiro" userId="e987a6adf531f851" providerId="LiveId" clId="{5141B19E-15F1-4219-B75A-F4DC913D2680}" dt="2021-10-21T09:24:08.514" v="591"/>
        <pc:sldMkLst>
          <pc:docMk/>
          <pc:sldMk cId="1075708394" sldId="426"/>
        </pc:sldMkLst>
      </pc:sldChg>
      <pc:sldChg chg="add">
        <pc:chgData name="KANETA Yuichiro" userId="e987a6adf531f851" providerId="LiveId" clId="{5141B19E-15F1-4219-B75A-F4DC913D2680}" dt="2021-10-21T09:24:08.514" v="591"/>
        <pc:sldMkLst>
          <pc:docMk/>
          <pc:sldMk cId="3737586921" sldId="460"/>
        </pc:sldMkLst>
      </pc:sldChg>
      <pc:sldChg chg="add">
        <pc:chgData name="KANETA Yuichiro" userId="e987a6adf531f851" providerId="LiveId" clId="{5141B19E-15F1-4219-B75A-F4DC913D2680}" dt="2021-10-21T09:24:08.514" v="591"/>
        <pc:sldMkLst>
          <pc:docMk/>
          <pc:sldMk cId="2088005874" sldId="461"/>
        </pc:sldMkLst>
      </pc:sldChg>
      <pc:sldChg chg="modSp new mod">
        <pc:chgData name="KANETA Yuichiro" userId="e987a6adf531f851" providerId="LiveId" clId="{5141B19E-15F1-4219-B75A-F4DC913D2680}" dt="2021-10-21T09:24:28.251" v="618" actId="20577"/>
        <pc:sldMkLst>
          <pc:docMk/>
          <pc:sldMk cId="331673806" sldId="462"/>
        </pc:sldMkLst>
      </pc:sldChg>
      <pc:sldChg chg="modSp add mod">
        <pc:chgData name="KANETA Yuichiro" userId="e987a6adf531f851" providerId="LiveId" clId="{5141B19E-15F1-4219-B75A-F4DC913D2680}" dt="2021-10-21T09:28:43.147" v="983" actId="20577"/>
        <pc:sldMkLst>
          <pc:docMk/>
          <pc:sldMk cId="796347746" sldId="58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38CC5D-33C7-4F88-B08C-9BCED3127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0390EBE-46BD-43F6-A43F-F974C9145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B42784-0E04-448C-AA13-08CA624A8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B39869-9AE2-4EFF-8223-CBDA5713F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9F06FE-270A-462F-ABA2-95CDF98C3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0946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C67379-E617-4896-994E-2A32CD6D7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AF2976-5D35-4BDA-B461-7946DAE25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80636D-1C42-43AA-B023-9FF25EBC9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4BC908-8AC7-4629-8DA6-FA44CF02E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59A880-963C-435D-B8D2-400FD47B3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646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FF5FBE-4194-42D2-A25B-2A31C166F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A6462EA-FE17-4FC9-9A02-EE840A5A9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51E90F-2EEB-4E81-ADB7-6B1E64042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C5B2F6-FEAD-4D0B-8535-E85C120DF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61DF0F-D88B-49DC-89F9-412A2187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6296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310C61-C8AA-4501-A07B-4AA14B402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43A266-3C32-4BFE-9E0C-F09627CC99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0A3C6C-89DA-4D28-9EC2-423C50DC6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A11362-9AD0-49C9-9762-69CCABDDE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10AE83-B04B-4693-AA65-72ED55916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6A83EE0-DF9A-4709-AAA4-625A7D727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675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D34BDB-17BD-4C39-AC1E-A609BD36B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6AAE43-C272-4FDC-9854-94D8F3B68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DDAA719-D309-4C4E-921B-56C87E677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30D6E34-4604-4A30-AB32-434F12020C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F54DB61-2A7A-4A79-8D64-0397E08BBD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64FA90A-5504-4526-84F4-E55E44A6D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F8344D1-48D0-4960-9386-6C298A583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EB8EF78-7889-4410-BC86-83199261A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54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6BF53B-7C8C-4F82-B400-7413B775C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29998E2-170E-401B-8411-99DA8428D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47E6C97-B5D6-4F54-A124-EBE823A31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73A2C57-F2D2-4D8E-AD36-27B939DF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5916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1819F51-1123-4CF9-8AAC-BE1AA534D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988789B-6420-44ED-B312-2CA6605D3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06BA42-1ACA-4DAF-8204-88733EE6D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7241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14198A-5FB8-4499-9D3E-E11E62688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73A756-1F19-436D-BD97-D3CD64F22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1DEBB0D-1F59-4EFF-88F7-6E82D3EDB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00F64C-00E1-47E0-A24B-24B31DF00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F6DC683-8050-46EE-BD3D-E5C702FE5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F0CA67-D524-4381-9D96-D41D69082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201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60A059-5760-4FC6-B0A5-21027B461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A992A86-2CD7-4684-BD10-C17328E1C2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619D27F-8BAB-4D6F-9CC1-17EEC0315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59BB00-8174-49A4-8D94-17EF62E0C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A3230CE-6684-4E58-B004-4A10AA7DB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C3EBE55-7C09-4635-94AD-AE27FDA1A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8643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D86FE6-98C1-43B9-B610-D7F33F07E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C28FB9C-0A46-46E6-B98B-AE1BFF3D5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A2B7F7-459E-4F98-9982-0055AA2FA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A42A26-425D-4145-B056-D9BAA014E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36D78E-CB4C-4CD0-905E-2315CCBB3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9214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C16200B-395B-40EA-A1DB-04CD66589D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91B19E9-0129-4124-8226-A628667E3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3813DA-C819-4A4C-AA30-993C981CB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0F5-101A-4657-A05D-A14FFFC08D1F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7123EC-E588-4788-84B2-11AC4C777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A6353F-8E56-4D19-A83E-0FB2A08CC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3187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DE3E116-890F-4342-979D-A7B500A1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AA86DC-2704-4554-889F-5E1192B86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78124D-50B1-4EB8-8846-D9AB0850F4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170F5-101A-4657-A05D-A14FFFC08D1F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FC6040-2288-4DF4-B6F7-A48D8FF48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E293E0-0F7B-45B2-9A7E-18B129C0D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2DC6C-5B60-4B45-800D-91D267F3E0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4799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98F89E-FACE-429B-A4F9-5563C45D74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～ないでください。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0EC3AFD-9BC6-4FE0-B21D-CD01C26208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sz="5400" dirty="0"/>
              <a:t>~</a:t>
            </a:r>
            <a:r>
              <a:rPr lang="en-US" altLang="ja-JP" sz="5400" dirty="0" err="1"/>
              <a:t>naide</a:t>
            </a:r>
            <a:r>
              <a:rPr lang="en-US" altLang="ja-JP" sz="5400" dirty="0"/>
              <a:t> </a:t>
            </a:r>
            <a:r>
              <a:rPr lang="en-US" altLang="ja-JP" sz="5400" dirty="0" err="1"/>
              <a:t>kudasai</a:t>
            </a:r>
            <a:r>
              <a:rPr lang="en-US" altLang="ja-JP" sz="5400" dirty="0"/>
              <a:t>.</a:t>
            </a:r>
            <a:endParaRPr kumimoji="1" lang="ja-JP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079873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2D6621-C916-41A5-B2EC-BDC09E78F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～</a:t>
            </a:r>
            <a:r>
              <a:rPr lang="ja-JP" altLang="en-US" dirty="0"/>
              <a:t>ないでください</a:t>
            </a:r>
            <a:r>
              <a:rPr kumimoji="1" lang="ja-JP" altLang="en-US" dirty="0"/>
              <a:t>。 </a:t>
            </a:r>
            <a:r>
              <a:rPr kumimoji="1" lang="en-US" altLang="ja-JP" dirty="0"/>
              <a:t>~</a:t>
            </a:r>
            <a:r>
              <a:rPr kumimoji="1" lang="en-US" altLang="ja-JP" dirty="0" err="1"/>
              <a:t>naide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kudasai</a:t>
            </a:r>
            <a:r>
              <a:rPr kumimoji="1" lang="en-US" altLang="ja-JP" dirty="0"/>
              <a:t>.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A7B57F-60DC-41EC-95CB-86ADE1BF9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24000"/>
            <a:ext cx="5157787" cy="981075"/>
          </a:xfrm>
        </p:spPr>
        <p:txBody>
          <a:bodyPr>
            <a:noAutofit/>
          </a:bodyPr>
          <a:lstStyle/>
          <a:p>
            <a:r>
              <a:rPr lang="ja-JP" altLang="en-US" dirty="0"/>
              <a:t>ねます。</a:t>
            </a:r>
            <a:r>
              <a:rPr lang="en-US" altLang="ja-JP" dirty="0"/>
              <a:t>	</a:t>
            </a:r>
            <a:r>
              <a:rPr lang="ja-JP" altLang="en-US" dirty="0"/>
              <a:t>→ ねないでください</a:t>
            </a:r>
            <a:endParaRPr lang="en-US" altLang="ja-JP" dirty="0"/>
          </a:p>
          <a:p>
            <a:r>
              <a:rPr kumimoji="1" lang="en-US" altLang="ja-JP" dirty="0" err="1"/>
              <a:t>Nemasu</a:t>
            </a:r>
            <a:r>
              <a:rPr kumimoji="1" lang="en-US" altLang="ja-JP" dirty="0"/>
              <a:t>	</a:t>
            </a:r>
            <a:r>
              <a:rPr kumimoji="1" lang="ja-JP" altLang="en-US" dirty="0"/>
              <a:t>→</a:t>
            </a:r>
            <a:r>
              <a:rPr kumimoji="1" lang="en-US" altLang="ja-JP" dirty="0" err="1"/>
              <a:t>nenaide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kudasai</a:t>
            </a:r>
            <a:endParaRPr kumimoji="1" lang="ja-JP" altLang="en-US" dirty="0"/>
          </a:p>
        </p:txBody>
      </p:sp>
      <p:pic>
        <p:nvPicPr>
          <p:cNvPr id="7" name="Picture 4" descr="居眠りをしている男の子のイラスト">
            <a:extLst>
              <a:ext uri="{FF2B5EF4-FFF2-40B4-BE49-F238E27FC236}">
                <a16:creationId xmlns:a16="http://schemas.microsoft.com/office/drawing/2014/main" id="{57A68A16-2C46-48FF-BA92-B292281B4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381" y="2682875"/>
            <a:ext cx="376237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マナーの悪い映画館の客のイラスト">
            <a:extLst>
              <a:ext uri="{FF2B5EF4-FFF2-40B4-BE49-F238E27FC236}">
                <a16:creationId xmlns:a16="http://schemas.microsoft.com/office/drawing/2014/main" id="{CCA4E88C-6688-4E58-91FA-3D3046A37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613" y="2648911"/>
            <a:ext cx="3720766" cy="3720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AC753F9-DF43-41F7-8190-FF83D592B6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54868" y="1404144"/>
            <a:ext cx="5999747" cy="1582654"/>
          </a:xfrm>
        </p:spPr>
        <p:txBody>
          <a:bodyPr>
            <a:noAutofit/>
          </a:bodyPr>
          <a:lstStyle/>
          <a:p>
            <a:r>
              <a:rPr lang="ja-JP" altLang="en-US" dirty="0"/>
              <a:t>でんわします。→でんわしないでください</a:t>
            </a:r>
            <a:endParaRPr lang="en-US" altLang="ja-JP" dirty="0"/>
          </a:p>
          <a:p>
            <a:r>
              <a:rPr lang="en-US" altLang="ja-JP" dirty="0" err="1"/>
              <a:t>Denwa</a:t>
            </a:r>
            <a:r>
              <a:rPr lang="en-US" altLang="ja-JP" dirty="0"/>
              <a:t> </a:t>
            </a:r>
            <a:r>
              <a:rPr lang="en-US" altLang="ja-JP" dirty="0" err="1"/>
              <a:t>shimasu</a:t>
            </a:r>
            <a:endParaRPr lang="en-US" altLang="ja-JP" dirty="0"/>
          </a:p>
          <a:p>
            <a:r>
              <a:rPr lang="en-US" altLang="ja-JP" dirty="0"/>
              <a:t>	</a:t>
            </a:r>
            <a:r>
              <a:rPr lang="ja-JP" altLang="en-US" dirty="0"/>
              <a:t>→ </a:t>
            </a:r>
            <a:r>
              <a:rPr lang="en-US" altLang="ja-JP" dirty="0" err="1"/>
              <a:t>denwa</a:t>
            </a:r>
            <a:r>
              <a:rPr lang="en-US" altLang="ja-JP" dirty="0"/>
              <a:t> </a:t>
            </a:r>
            <a:r>
              <a:rPr lang="en-US" altLang="ja-JP" dirty="0" err="1"/>
              <a:t>shinaide</a:t>
            </a:r>
            <a:r>
              <a:rPr lang="en-US" altLang="ja-JP" dirty="0"/>
              <a:t> </a:t>
            </a:r>
            <a:r>
              <a:rPr lang="en-US" altLang="ja-JP" dirty="0" err="1"/>
              <a:t>kudasai</a:t>
            </a:r>
            <a:endParaRPr kumimoji="1" lang="ja-JP" altLang="en-US" dirty="0"/>
          </a:p>
        </p:txBody>
      </p:sp>
      <p:sp>
        <p:nvSpPr>
          <p:cNvPr id="10" name="乗算記号 9">
            <a:extLst>
              <a:ext uri="{FF2B5EF4-FFF2-40B4-BE49-F238E27FC236}">
                <a16:creationId xmlns:a16="http://schemas.microsoft.com/office/drawing/2014/main" id="{CA175800-FAF1-4F36-90F1-C64E37180E95}"/>
              </a:ext>
            </a:extLst>
          </p:cNvPr>
          <p:cNvSpPr/>
          <p:nvPr/>
        </p:nvSpPr>
        <p:spPr>
          <a:xfrm>
            <a:off x="8189996" y="3934493"/>
            <a:ext cx="2470485" cy="2690896"/>
          </a:xfrm>
          <a:prstGeom prst="mathMultiply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5400000" scaled="1"/>
            <a:tileRect/>
          </a:gra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乗算記号 10">
            <a:extLst>
              <a:ext uri="{FF2B5EF4-FFF2-40B4-BE49-F238E27FC236}">
                <a16:creationId xmlns:a16="http://schemas.microsoft.com/office/drawing/2014/main" id="{ECF7D6F4-93AD-4A39-BEE5-1B99678B704C}"/>
              </a:ext>
            </a:extLst>
          </p:cNvPr>
          <p:cNvSpPr/>
          <p:nvPr/>
        </p:nvSpPr>
        <p:spPr>
          <a:xfrm>
            <a:off x="3015914" y="3832392"/>
            <a:ext cx="2470485" cy="2690896"/>
          </a:xfrm>
          <a:prstGeom prst="mathMultiply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5400000" scaled="1"/>
            <a:tileRect/>
          </a:gra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136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2F4B78-7B7F-4DA0-B4C5-933778DE3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なんの　マーク　ですか？</a:t>
            </a:r>
            <a:br>
              <a:rPr kumimoji="1" lang="en-US" altLang="ja-JP" dirty="0"/>
            </a:br>
            <a:r>
              <a:rPr kumimoji="1" lang="en-US" altLang="ja-JP" dirty="0"/>
              <a:t>Nan no </a:t>
            </a:r>
            <a:r>
              <a:rPr kumimoji="1" lang="en-US" altLang="ja-JP" dirty="0" err="1"/>
              <a:t>maaku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pic>
        <p:nvPicPr>
          <p:cNvPr id="4098" name="Picture 2" descr="飲食禁止マークのイラスト | 無料のフリー素材 イラストエイト">
            <a:extLst>
              <a:ext uri="{FF2B5EF4-FFF2-40B4-BE49-F238E27FC236}">
                <a16:creationId xmlns:a16="http://schemas.microsoft.com/office/drawing/2014/main" id="{AFE57D11-D98A-42AE-8906-71F1F455C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95" y="2256347"/>
            <a:ext cx="3746913" cy="37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A4563CA6-9ABB-45E4-9212-442C5F1FB5E1}"/>
              </a:ext>
            </a:extLst>
          </p:cNvPr>
          <p:cNvSpPr/>
          <p:nvPr/>
        </p:nvSpPr>
        <p:spPr>
          <a:xfrm>
            <a:off x="5269832" y="1825625"/>
            <a:ext cx="5622757" cy="40457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200" dirty="0"/>
              <a:t>たべます</a:t>
            </a:r>
            <a:endParaRPr kumimoji="1" lang="en-US" altLang="ja-JP" sz="3200" dirty="0"/>
          </a:p>
          <a:p>
            <a:r>
              <a:rPr kumimoji="1" lang="en-US" altLang="ja-JP" sz="3200" dirty="0" err="1"/>
              <a:t>tabemasu</a:t>
            </a:r>
            <a:endParaRPr kumimoji="1" lang="en-US" altLang="ja-JP" sz="3200" dirty="0"/>
          </a:p>
          <a:p>
            <a:r>
              <a:rPr lang="ja-JP" altLang="en-US" sz="3200" dirty="0"/>
              <a:t>→たべないでください</a:t>
            </a:r>
            <a:endParaRPr lang="en-US" altLang="ja-JP" sz="3200" dirty="0"/>
          </a:p>
          <a:p>
            <a:r>
              <a:rPr kumimoji="1" lang="en-US" altLang="ja-JP" sz="3200" dirty="0"/>
              <a:t> </a:t>
            </a:r>
            <a:r>
              <a:rPr kumimoji="1" lang="en-US" altLang="ja-JP" sz="3200" dirty="0" err="1"/>
              <a:t>tabenaide</a:t>
            </a:r>
            <a:r>
              <a:rPr kumimoji="1" lang="en-US" altLang="ja-JP" sz="3200" dirty="0"/>
              <a:t> </a:t>
            </a:r>
            <a:r>
              <a:rPr kumimoji="1" lang="en-US" altLang="ja-JP" sz="3200" dirty="0" err="1"/>
              <a:t>kudasai</a:t>
            </a:r>
            <a:r>
              <a:rPr kumimoji="1" lang="en-US" altLang="ja-JP" sz="3200" dirty="0"/>
              <a:t>.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264936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6A5347-8A65-4F94-9789-8A531462E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なんの　マーク　ですか？</a:t>
            </a:r>
            <a:br>
              <a:rPr kumimoji="1" lang="en-US" altLang="ja-JP" dirty="0"/>
            </a:br>
            <a:r>
              <a:rPr kumimoji="1" lang="en-US" altLang="ja-JP" dirty="0"/>
              <a:t>Nan no </a:t>
            </a:r>
            <a:r>
              <a:rPr kumimoji="1" lang="en-US" altLang="ja-JP" dirty="0" err="1"/>
              <a:t>maaku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A5D80EAF-2B2E-4D9E-8855-3F497FDC4FA0}"/>
              </a:ext>
            </a:extLst>
          </p:cNvPr>
          <p:cNvSpPr/>
          <p:nvPr/>
        </p:nvSpPr>
        <p:spPr>
          <a:xfrm>
            <a:off x="5269832" y="1825625"/>
            <a:ext cx="5622757" cy="40457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/>
              <a:t>はいります。</a:t>
            </a:r>
            <a:endParaRPr kumimoji="1" lang="en-US" altLang="ja-JP" sz="3200" dirty="0"/>
          </a:p>
          <a:p>
            <a:r>
              <a:rPr lang="en-US" altLang="ja-JP" sz="3200" dirty="0" err="1"/>
              <a:t>Hairimasu</a:t>
            </a:r>
            <a:endParaRPr lang="en-US" altLang="ja-JP" sz="3200" dirty="0"/>
          </a:p>
          <a:p>
            <a:endParaRPr kumimoji="1" lang="en-US" altLang="ja-JP" sz="3200" dirty="0"/>
          </a:p>
          <a:p>
            <a:r>
              <a:rPr lang="ja-JP" altLang="en-US" sz="3200" dirty="0"/>
              <a:t>→</a:t>
            </a:r>
            <a:r>
              <a:rPr lang="en-US" altLang="ja-JP" sz="3200" dirty="0"/>
              <a:t>(</a:t>
            </a:r>
            <a:r>
              <a:rPr lang="th-TH" altLang="ja-JP" sz="3200" dirty="0"/>
              <a:t>กรุณาอย่าเข้าไป</a:t>
            </a:r>
            <a:r>
              <a:rPr lang="en-US" altLang="ja-JP" sz="3200" dirty="0"/>
              <a:t>)</a:t>
            </a:r>
          </a:p>
          <a:p>
            <a:r>
              <a:rPr kumimoji="1" lang="ja-JP" altLang="en-US" sz="3200" dirty="0"/>
              <a:t>はいらないでください。</a:t>
            </a:r>
            <a:endParaRPr kumimoji="1" lang="en-US" altLang="ja-JP" sz="3200" dirty="0"/>
          </a:p>
          <a:p>
            <a:r>
              <a:rPr lang="en-US" altLang="ja-JP" sz="3200" dirty="0" err="1"/>
              <a:t>Hairanaide</a:t>
            </a:r>
            <a:r>
              <a:rPr lang="en-US" altLang="ja-JP" sz="3200" dirty="0"/>
              <a:t> </a:t>
            </a:r>
            <a:r>
              <a:rPr lang="en-US" altLang="ja-JP" sz="3200" dirty="0" err="1"/>
              <a:t>kudasai</a:t>
            </a:r>
            <a:endParaRPr kumimoji="1" lang="ja-JP" altLang="en-US" sz="3200" dirty="0"/>
          </a:p>
        </p:txBody>
      </p:sp>
      <p:pic>
        <p:nvPicPr>
          <p:cNvPr id="6" name="Picture 16" descr="送料無料♪】サインボックス 進入禁止 表示面数:両面表示 (安全用品・標識/バリケード看板・駐車場/駐車禁止/駐輪場/駐車場看板)の通販はau PAY  マーケット - 看板・店舗用品のサインモール au PAY マーケット店">
            <a:extLst>
              <a:ext uri="{FF2B5EF4-FFF2-40B4-BE49-F238E27FC236}">
                <a16:creationId xmlns:a16="http://schemas.microsoft.com/office/drawing/2014/main" id="{645008A4-C01B-4300-BBDE-B20DABC8C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60" y="1654175"/>
            <a:ext cx="3048000" cy="483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5816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6A5347-8A65-4F94-9789-8A531462E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なんの　マーク　ですか？</a:t>
            </a:r>
            <a:br>
              <a:rPr kumimoji="1" lang="en-US" altLang="ja-JP" dirty="0"/>
            </a:br>
            <a:r>
              <a:rPr kumimoji="1" lang="en-US" altLang="ja-JP" dirty="0"/>
              <a:t>Nan no </a:t>
            </a:r>
            <a:r>
              <a:rPr kumimoji="1" lang="en-US" altLang="ja-JP" dirty="0" err="1"/>
              <a:t>maaku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pic>
        <p:nvPicPr>
          <p:cNvPr id="5" name="Picture 18" descr="サインボックス 駐車禁止 表示面数:片面表示 (888-041YE) - 安全用品・工事看板通販のサインモール">
            <a:extLst>
              <a:ext uri="{FF2B5EF4-FFF2-40B4-BE49-F238E27FC236}">
                <a16:creationId xmlns:a16="http://schemas.microsoft.com/office/drawing/2014/main" id="{F4DCB155-D751-45AE-832C-DAD417090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039" y="1825625"/>
            <a:ext cx="3048000" cy="481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A5D80EAF-2B2E-4D9E-8855-3F497FDC4FA0}"/>
              </a:ext>
            </a:extLst>
          </p:cNvPr>
          <p:cNvSpPr/>
          <p:nvPr/>
        </p:nvSpPr>
        <p:spPr>
          <a:xfrm>
            <a:off x="5269832" y="1825625"/>
            <a:ext cx="5622757" cy="40457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2400" dirty="0"/>
              <a:t>くるま を とめます</a:t>
            </a:r>
            <a:endParaRPr kumimoji="1" lang="en-US" altLang="ja-JP" sz="2400" dirty="0"/>
          </a:p>
          <a:p>
            <a:r>
              <a:rPr lang="en-US" altLang="ja-JP" sz="2400" dirty="0" err="1"/>
              <a:t>Kuruma</a:t>
            </a:r>
            <a:r>
              <a:rPr lang="en-US" altLang="ja-JP" sz="2400" dirty="0"/>
              <a:t> o </a:t>
            </a:r>
            <a:r>
              <a:rPr lang="en-US" altLang="ja-JP" sz="2400" dirty="0" err="1"/>
              <a:t>tomemasu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→</a:t>
            </a:r>
            <a:r>
              <a:rPr lang="en-US" altLang="ja-JP" sz="2400" dirty="0"/>
              <a:t>(</a:t>
            </a:r>
            <a:r>
              <a:rPr lang="th-TH" altLang="ja-JP" sz="2400" dirty="0"/>
              <a:t>กรุณาอย่าจอดรถ</a:t>
            </a:r>
            <a:r>
              <a:rPr lang="en-US" altLang="ja-JP" sz="2400" dirty="0"/>
              <a:t>)</a:t>
            </a:r>
          </a:p>
          <a:p>
            <a:r>
              <a:rPr kumimoji="1" lang="ja-JP" altLang="en-US" sz="2400" dirty="0"/>
              <a:t>くるまをとめないでください</a:t>
            </a:r>
            <a:endParaRPr kumimoji="1" lang="en-US" altLang="ja-JP" sz="2400" dirty="0"/>
          </a:p>
          <a:p>
            <a:r>
              <a:rPr lang="en-US" altLang="ja-JP" sz="2400" dirty="0" err="1"/>
              <a:t>Kuruma</a:t>
            </a:r>
            <a:r>
              <a:rPr lang="en-US" altLang="ja-JP" sz="2400" dirty="0"/>
              <a:t> o </a:t>
            </a:r>
            <a:r>
              <a:rPr lang="en-US" altLang="ja-JP" sz="2400" dirty="0" err="1"/>
              <a:t>tomenaide</a:t>
            </a:r>
            <a:r>
              <a:rPr lang="en-US" altLang="ja-JP" sz="2400" dirty="0"/>
              <a:t> </a:t>
            </a:r>
            <a:r>
              <a:rPr lang="en-US" altLang="ja-JP" sz="2400" dirty="0" err="1"/>
              <a:t>kudasai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1206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6A5347-8A65-4F94-9789-8A531462E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なんの　マーク　ですか？</a:t>
            </a:r>
            <a:br>
              <a:rPr kumimoji="1" lang="en-US" altLang="ja-JP" dirty="0"/>
            </a:br>
            <a:r>
              <a:rPr kumimoji="1" lang="en-US" altLang="ja-JP" dirty="0"/>
              <a:t>Nan no </a:t>
            </a:r>
            <a:r>
              <a:rPr kumimoji="1" lang="en-US" altLang="ja-JP" dirty="0" err="1"/>
              <a:t>maaku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A5D80EAF-2B2E-4D9E-8855-3F497FDC4FA0}"/>
              </a:ext>
            </a:extLst>
          </p:cNvPr>
          <p:cNvSpPr/>
          <p:nvPr/>
        </p:nvSpPr>
        <p:spPr>
          <a:xfrm>
            <a:off x="5269832" y="1825625"/>
            <a:ext cx="6497543" cy="40457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200" dirty="0"/>
              <a:t>ごみをすてます。</a:t>
            </a:r>
            <a:endParaRPr kumimoji="1" lang="en-US" altLang="ja-JP" sz="3200" dirty="0"/>
          </a:p>
          <a:p>
            <a:r>
              <a:rPr kumimoji="1" lang="en-US" altLang="ja-JP" sz="3200" dirty="0" err="1"/>
              <a:t>Gomi</a:t>
            </a:r>
            <a:r>
              <a:rPr kumimoji="1" lang="en-US" altLang="ja-JP" sz="3200" dirty="0"/>
              <a:t> o </a:t>
            </a:r>
            <a:r>
              <a:rPr kumimoji="1" lang="en-US" altLang="ja-JP" sz="3200" dirty="0" err="1"/>
              <a:t>sutemasu</a:t>
            </a:r>
            <a:endParaRPr kumimoji="1" lang="en-US" altLang="ja-JP" sz="3200" dirty="0"/>
          </a:p>
          <a:p>
            <a:r>
              <a:rPr lang="ja-JP" altLang="en-US" sz="3200" dirty="0"/>
              <a:t>→ごみをすてないでください。</a:t>
            </a:r>
            <a:endParaRPr lang="en-US" altLang="ja-JP" sz="3200" dirty="0"/>
          </a:p>
          <a:p>
            <a:r>
              <a:rPr kumimoji="1" lang="en-US" altLang="ja-JP" sz="3200" dirty="0" err="1"/>
              <a:t>Gomi</a:t>
            </a:r>
            <a:r>
              <a:rPr kumimoji="1" lang="en-US" altLang="ja-JP" sz="3200" dirty="0"/>
              <a:t> o </a:t>
            </a:r>
            <a:r>
              <a:rPr kumimoji="1" lang="en-US" altLang="ja-JP" sz="3200" dirty="0" err="1"/>
              <a:t>sutenaide</a:t>
            </a:r>
            <a:r>
              <a:rPr kumimoji="1" lang="en-US" altLang="ja-JP" sz="3200" dirty="0"/>
              <a:t> </a:t>
            </a:r>
            <a:r>
              <a:rPr kumimoji="1" lang="en-US" altLang="ja-JP" sz="3200" dirty="0" err="1"/>
              <a:t>kuda</a:t>
            </a:r>
            <a:r>
              <a:rPr lang="en-US" altLang="ja-JP" sz="3200" dirty="0" err="1"/>
              <a:t>sai</a:t>
            </a:r>
            <a:r>
              <a:rPr lang="en-US" altLang="ja-JP" sz="3200" dirty="0"/>
              <a:t>.</a:t>
            </a:r>
            <a:endParaRPr kumimoji="1" lang="ja-JP" altLang="en-US" sz="3200" dirty="0"/>
          </a:p>
        </p:txBody>
      </p:sp>
      <p:pic>
        <p:nvPicPr>
          <p:cNvPr id="6" name="Picture 22" descr="看板 ポイ捨て 禁止 表示板 「 空き缶・ゴミを捨てないで下さい 」 中サイズ 40cm × 60cm 空缶 イラスト プレート /【Buyee】  &quot;Buyee&quot; Japanese Proxy Service | Buy from Japan! bot-online">
            <a:extLst>
              <a:ext uri="{FF2B5EF4-FFF2-40B4-BE49-F238E27FC236}">
                <a16:creationId xmlns:a16="http://schemas.microsoft.com/office/drawing/2014/main" id="{BC98FAC1-EE2F-4D35-982A-D8C5AB40DA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" t="994" r="33184" b="1722"/>
          <a:stretch/>
        </p:blipFill>
        <p:spPr bwMode="auto">
          <a:xfrm>
            <a:off x="424625" y="1465661"/>
            <a:ext cx="3224954" cy="470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1782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6A5347-8A65-4F94-9789-8A531462E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なんの　マーク　ですか？</a:t>
            </a:r>
            <a:br>
              <a:rPr kumimoji="1" lang="en-US" altLang="ja-JP" dirty="0"/>
            </a:br>
            <a:r>
              <a:rPr kumimoji="1" lang="en-US" altLang="ja-JP" dirty="0"/>
              <a:t>Nan no </a:t>
            </a:r>
            <a:r>
              <a:rPr kumimoji="1" lang="en-US" altLang="ja-JP" dirty="0" err="1"/>
              <a:t>maaku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A5D80EAF-2B2E-4D9E-8855-3F497FDC4FA0}"/>
              </a:ext>
            </a:extLst>
          </p:cNvPr>
          <p:cNvSpPr/>
          <p:nvPr/>
        </p:nvSpPr>
        <p:spPr>
          <a:xfrm>
            <a:off x="5269832" y="1825625"/>
            <a:ext cx="5622757" cy="40457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200" dirty="0"/>
              <a:t>おします</a:t>
            </a:r>
            <a:endParaRPr kumimoji="1" lang="en-US" altLang="ja-JP" sz="3200" dirty="0"/>
          </a:p>
          <a:p>
            <a:r>
              <a:rPr kumimoji="1" lang="en-US" altLang="ja-JP" sz="3200" dirty="0" err="1"/>
              <a:t>oshimasu</a:t>
            </a:r>
            <a:endParaRPr kumimoji="1" lang="en-US" altLang="ja-JP" sz="3200" dirty="0"/>
          </a:p>
          <a:p>
            <a:r>
              <a:rPr lang="ja-JP" altLang="en-US" sz="3200" dirty="0"/>
              <a:t>→おさないでください。</a:t>
            </a:r>
            <a:endParaRPr lang="en-US" altLang="ja-JP" sz="3200" dirty="0"/>
          </a:p>
          <a:p>
            <a:r>
              <a:rPr lang="en-US" altLang="ja-JP" sz="3200" dirty="0"/>
              <a:t>	</a:t>
            </a:r>
            <a:r>
              <a:rPr lang="en-US" altLang="ja-JP" sz="3200" dirty="0" err="1"/>
              <a:t>osanaide</a:t>
            </a:r>
            <a:r>
              <a:rPr lang="en-US" altLang="ja-JP" sz="3200" dirty="0"/>
              <a:t> </a:t>
            </a:r>
            <a:r>
              <a:rPr lang="en-US" altLang="ja-JP" sz="3200" dirty="0" err="1"/>
              <a:t>kudasai</a:t>
            </a:r>
            <a:r>
              <a:rPr lang="en-US" altLang="ja-JP" sz="3200" dirty="0"/>
              <a:t>.</a:t>
            </a:r>
            <a:endParaRPr kumimoji="1" lang="ja-JP" altLang="en-US" sz="3200" dirty="0"/>
          </a:p>
        </p:txBody>
      </p:sp>
      <p:pic>
        <p:nvPicPr>
          <p:cNvPr id="5" name="Picture 4" descr="Amazon.co.jp: ユニット 室内表示 838-07 ユニステッカー 操作禁止: DIY・工具・ガーデン">
            <a:extLst>
              <a:ext uri="{FF2B5EF4-FFF2-40B4-BE49-F238E27FC236}">
                <a16:creationId xmlns:a16="http://schemas.microsoft.com/office/drawing/2014/main" id="{69E2A8E7-26C8-487C-8A0A-327343063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9" t="2870" r="4218" b="14541"/>
          <a:stretch/>
        </p:blipFill>
        <p:spPr bwMode="auto">
          <a:xfrm>
            <a:off x="426835" y="1846652"/>
            <a:ext cx="4000786" cy="3539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7533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6A5347-8A65-4F94-9789-8A531462E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なんの　マーク　ですか？</a:t>
            </a:r>
            <a:br>
              <a:rPr kumimoji="1" lang="en-US" altLang="ja-JP" dirty="0"/>
            </a:br>
            <a:r>
              <a:rPr kumimoji="1" lang="en-US" altLang="ja-JP" dirty="0"/>
              <a:t>Nan no </a:t>
            </a:r>
            <a:r>
              <a:rPr kumimoji="1" lang="en-US" altLang="ja-JP" dirty="0" err="1"/>
              <a:t>maaku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A5D80EAF-2B2E-4D9E-8855-3F497FDC4FA0}"/>
              </a:ext>
            </a:extLst>
          </p:cNvPr>
          <p:cNvSpPr/>
          <p:nvPr/>
        </p:nvSpPr>
        <p:spPr>
          <a:xfrm>
            <a:off x="5269832" y="1825625"/>
            <a:ext cx="6216315" cy="40457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/>
              <a:t>写真をとります</a:t>
            </a:r>
            <a:endParaRPr kumimoji="1" lang="en-US" altLang="ja-JP" sz="3200" dirty="0"/>
          </a:p>
          <a:p>
            <a:r>
              <a:rPr kumimoji="1" lang="en-US" altLang="ja-JP" sz="3200" dirty="0"/>
              <a:t>Shashin o </a:t>
            </a:r>
            <a:r>
              <a:rPr kumimoji="1" lang="en-US" altLang="ja-JP" sz="3200" dirty="0" err="1"/>
              <a:t>torimasu</a:t>
            </a:r>
            <a:endParaRPr kumimoji="1" lang="en-US" altLang="ja-JP" sz="3200" dirty="0"/>
          </a:p>
          <a:p>
            <a:r>
              <a:rPr lang="ja-JP" altLang="en-US" sz="3200" dirty="0"/>
              <a:t>→写真をとらないでください。</a:t>
            </a:r>
            <a:endParaRPr lang="en-US" altLang="ja-JP" sz="3200" dirty="0"/>
          </a:p>
          <a:p>
            <a:r>
              <a:rPr kumimoji="1" lang="en-US" altLang="ja-JP" sz="3200" dirty="0"/>
              <a:t>Shashin o </a:t>
            </a:r>
            <a:r>
              <a:rPr kumimoji="1" lang="en-US" altLang="ja-JP" sz="3200" dirty="0" err="1"/>
              <a:t>toranaide</a:t>
            </a:r>
            <a:r>
              <a:rPr kumimoji="1" lang="en-US" altLang="ja-JP" sz="3200" dirty="0"/>
              <a:t> </a:t>
            </a:r>
            <a:r>
              <a:rPr kumimoji="1" lang="en-US" altLang="ja-JP" sz="3200" dirty="0" err="1"/>
              <a:t>kudasai</a:t>
            </a:r>
            <a:r>
              <a:rPr kumimoji="1" lang="en-US" altLang="ja-JP" sz="3200" dirty="0"/>
              <a:t>.</a:t>
            </a:r>
            <a:endParaRPr kumimoji="1" lang="ja-JP" altLang="en-US" sz="32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4351AB8-2D0F-49B0-8577-901A4CA98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53" y="1997243"/>
            <a:ext cx="3874168" cy="387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529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6A5347-8A65-4F94-9789-8A531462E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なんの　マーク　ですか？</a:t>
            </a:r>
            <a:br>
              <a:rPr kumimoji="1" lang="en-US" altLang="ja-JP" dirty="0"/>
            </a:br>
            <a:r>
              <a:rPr kumimoji="1" lang="en-US" altLang="ja-JP" dirty="0"/>
              <a:t>Nan no </a:t>
            </a:r>
            <a:r>
              <a:rPr kumimoji="1" lang="en-US" altLang="ja-JP" dirty="0" err="1"/>
              <a:t>maaku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A5D80EAF-2B2E-4D9E-8855-3F497FDC4FA0}"/>
              </a:ext>
            </a:extLst>
          </p:cNvPr>
          <p:cNvSpPr/>
          <p:nvPr/>
        </p:nvSpPr>
        <p:spPr>
          <a:xfrm>
            <a:off x="5269832" y="1825625"/>
            <a:ext cx="6496070" cy="40457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200" dirty="0"/>
              <a:t>でんわをします。</a:t>
            </a:r>
            <a:endParaRPr kumimoji="1" lang="en-US" altLang="ja-JP" sz="3200" dirty="0"/>
          </a:p>
          <a:p>
            <a:r>
              <a:rPr kumimoji="1" lang="en-US" altLang="ja-JP" sz="3200" dirty="0" err="1"/>
              <a:t>Denwa</a:t>
            </a:r>
            <a:r>
              <a:rPr kumimoji="1" lang="en-US" altLang="ja-JP" sz="3200" dirty="0"/>
              <a:t> o </a:t>
            </a:r>
            <a:r>
              <a:rPr kumimoji="1" lang="en-US" altLang="ja-JP" sz="3200" dirty="0" err="1"/>
              <a:t>shimasu</a:t>
            </a:r>
            <a:endParaRPr kumimoji="1" lang="en-US" altLang="ja-JP" sz="3200" dirty="0"/>
          </a:p>
          <a:p>
            <a:r>
              <a:rPr lang="ja-JP" altLang="en-US" sz="3200" dirty="0"/>
              <a:t>→でんわをしないでください。</a:t>
            </a:r>
            <a:endParaRPr lang="en-US" altLang="ja-JP" sz="3200" dirty="0"/>
          </a:p>
          <a:p>
            <a:r>
              <a:rPr kumimoji="1" lang="en-US" altLang="ja-JP" sz="3200" dirty="0" err="1"/>
              <a:t>Denwa</a:t>
            </a:r>
            <a:r>
              <a:rPr kumimoji="1" lang="en-US" altLang="ja-JP" sz="3200" dirty="0"/>
              <a:t> o </a:t>
            </a:r>
            <a:r>
              <a:rPr kumimoji="1" lang="en-US" altLang="ja-JP" sz="3200" dirty="0" err="1"/>
              <a:t>shinaide</a:t>
            </a:r>
            <a:r>
              <a:rPr kumimoji="1" lang="en-US" altLang="ja-JP" sz="3200" dirty="0"/>
              <a:t> </a:t>
            </a:r>
            <a:r>
              <a:rPr kumimoji="1" lang="en-US" altLang="ja-JP" sz="3200" dirty="0" err="1"/>
              <a:t>kudasai</a:t>
            </a:r>
            <a:endParaRPr kumimoji="1" lang="ja-JP" altLang="en-US" sz="3200" dirty="0"/>
          </a:p>
        </p:txBody>
      </p:sp>
      <p:pic>
        <p:nvPicPr>
          <p:cNvPr id="5" name="Picture 26" descr="スマホ・携帯電話禁止マークのイラスト | 無料のフリー素材 イラストエイト">
            <a:extLst>
              <a:ext uri="{FF2B5EF4-FFF2-40B4-BE49-F238E27FC236}">
                <a16:creationId xmlns:a16="http://schemas.microsoft.com/office/drawing/2014/main" id="{4A970EEE-EBA7-41CB-B973-F531C59D3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15" y="1991726"/>
            <a:ext cx="3713584" cy="371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39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549CC7-84DB-42FB-A7C4-C4994537E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れんしゅう </a:t>
            </a:r>
            <a:r>
              <a:rPr lang="en-US" altLang="ja-JP" dirty="0" err="1"/>
              <a:t>renshuu</a:t>
            </a:r>
            <a:r>
              <a:rPr lang="en-US" altLang="ja-JP" dirty="0"/>
              <a:t> practice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53834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2F4B78-7B7F-4DA0-B4C5-933778DE3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なんの　マーク　ですか？</a:t>
            </a:r>
            <a:br>
              <a:rPr kumimoji="1" lang="en-US" altLang="ja-JP" dirty="0"/>
            </a:br>
            <a:r>
              <a:rPr kumimoji="1" lang="en-US" altLang="ja-JP" dirty="0"/>
              <a:t>Nan no </a:t>
            </a:r>
            <a:r>
              <a:rPr kumimoji="1" lang="en-US" altLang="ja-JP" dirty="0" err="1"/>
              <a:t>maaku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pic>
        <p:nvPicPr>
          <p:cNvPr id="4098" name="Picture 2" descr="飲食禁止マークのイラスト | 無料のフリー素材 イラストエイト">
            <a:extLst>
              <a:ext uri="{FF2B5EF4-FFF2-40B4-BE49-F238E27FC236}">
                <a16:creationId xmlns:a16="http://schemas.microsoft.com/office/drawing/2014/main" id="{AFE57D11-D98A-42AE-8906-71F1F455C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95" y="2256347"/>
            <a:ext cx="3746913" cy="37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A4563CA6-9ABB-45E4-9212-442C5F1FB5E1}"/>
              </a:ext>
            </a:extLst>
          </p:cNvPr>
          <p:cNvSpPr/>
          <p:nvPr/>
        </p:nvSpPr>
        <p:spPr>
          <a:xfrm>
            <a:off x="5269832" y="1825625"/>
            <a:ext cx="5622757" cy="40457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200" dirty="0"/>
              <a:t>たべます</a:t>
            </a:r>
            <a:endParaRPr kumimoji="1" lang="en-US" altLang="ja-JP" sz="3200" dirty="0"/>
          </a:p>
          <a:p>
            <a:r>
              <a:rPr kumimoji="1" lang="en-US" altLang="ja-JP" sz="3200" dirty="0" err="1"/>
              <a:t>tabemasu</a:t>
            </a:r>
            <a:endParaRPr kumimoji="1" lang="en-US" altLang="ja-JP" sz="3200" dirty="0"/>
          </a:p>
          <a:p>
            <a:r>
              <a:rPr lang="ja-JP" altLang="en-US" sz="3200" dirty="0"/>
              <a:t>→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181180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6A5347-8A65-4F94-9789-8A531462E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なんの　マーク　ですか？</a:t>
            </a:r>
            <a:br>
              <a:rPr kumimoji="1" lang="en-US" altLang="ja-JP" dirty="0"/>
            </a:br>
            <a:r>
              <a:rPr kumimoji="1" lang="en-US" altLang="ja-JP" dirty="0"/>
              <a:t>Nan no </a:t>
            </a:r>
            <a:r>
              <a:rPr kumimoji="1" lang="en-US" altLang="ja-JP" dirty="0" err="1"/>
              <a:t>maaku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A5D80EAF-2B2E-4D9E-8855-3F497FDC4FA0}"/>
              </a:ext>
            </a:extLst>
          </p:cNvPr>
          <p:cNvSpPr/>
          <p:nvPr/>
        </p:nvSpPr>
        <p:spPr>
          <a:xfrm>
            <a:off x="5269832" y="1825625"/>
            <a:ext cx="5622757" cy="40457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/>
              <a:t>はいります。</a:t>
            </a:r>
            <a:endParaRPr kumimoji="1" lang="en-US" altLang="ja-JP" sz="3200" dirty="0"/>
          </a:p>
          <a:p>
            <a:r>
              <a:rPr lang="en-US" altLang="ja-JP" sz="3200" dirty="0" err="1"/>
              <a:t>Hairimasu</a:t>
            </a:r>
            <a:endParaRPr lang="en-US" altLang="ja-JP" sz="3200" dirty="0"/>
          </a:p>
          <a:p>
            <a:endParaRPr kumimoji="1" lang="en-US" altLang="ja-JP" sz="3200" dirty="0"/>
          </a:p>
          <a:p>
            <a:r>
              <a:rPr lang="ja-JP" altLang="en-US" sz="3200" dirty="0"/>
              <a:t>→</a:t>
            </a:r>
            <a:endParaRPr kumimoji="1" lang="ja-JP" altLang="en-US" sz="3200" dirty="0"/>
          </a:p>
        </p:txBody>
      </p:sp>
      <p:pic>
        <p:nvPicPr>
          <p:cNvPr id="6" name="Picture 16" descr="送料無料♪】サインボックス 進入禁止 表示面数:両面表示 (安全用品・標識/バリケード看板・駐車場/駐車禁止/駐輪場/駐車場看板)の通販はau PAY  マーケット - 看板・店舗用品のサインモール au PAY マーケット店">
            <a:extLst>
              <a:ext uri="{FF2B5EF4-FFF2-40B4-BE49-F238E27FC236}">
                <a16:creationId xmlns:a16="http://schemas.microsoft.com/office/drawing/2014/main" id="{645008A4-C01B-4300-BBDE-B20DABC8C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60" y="1654175"/>
            <a:ext cx="3048000" cy="483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2878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6A5347-8A65-4F94-9789-8A531462E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なんの　マーク　ですか？</a:t>
            </a:r>
            <a:br>
              <a:rPr kumimoji="1" lang="en-US" altLang="ja-JP" dirty="0"/>
            </a:br>
            <a:r>
              <a:rPr kumimoji="1" lang="en-US" altLang="ja-JP" dirty="0"/>
              <a:t>Nan no </a:t>
            </a:r>
            <a:r>
              <a:rPr kumimoji="1" lang="en-US" altLang="ja-JP" dirty="0" err="1"/>
              <a:t>maaku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pic>
        <p:nvPicPr>
          <p:cNvPr id="5" name="Picture 18" descr="サインボックス 駐車禁止 表示面数:片面表示 (888-041YE) - 安全用品・工事看板通販のサインモール">
            <a:extLst>
              <a:ext uri="{FF2B5EF4-FFF2-40B4-BE49-F238E27FC236}">
                <a16:creationId xmlns:a16="http://schemas.microsoft.com/office/drawing/2014/main" id="{F4DCB155-D751-45AE-832C-DAD417090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039" y="1825625"/>
            <a:ext cx="3048000" cy="481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A5D80EAF-2B2E-4D9E-8855-3F497FDC4FA0}"/>
              </a:ext>
            </a:extLst>
          </p:cNvPr>
          <p:cNvSpPr/>
          <p:nvPr/>
        </p:nvSpPr>
        <p:spPr>
          <a:xfrm>
            <a:off x="5269832" y="1825625"/>
            <a:ext cx="5622757" cy="40457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2400" dirty="0"/>
              <a:t>くるま を とめます</a:t>
            </a:r>
            <a:endParaRPr kumimoji="1" lang="en-US" altLang="ja-JP" sz="2400" dirty="0"/>
          </a:p>
          <a:p>
            <a:r>
              <a:rPr lang="en-US" altLang="ja-JP" sz="2400" dirty="0" err="1"/>
              <a:t>Kuruma</a:t>
            </a:r>
            <a:r>
              <a:rPr lang="en-US" altLang="ja-JP" sz="2400" dirty="0"/>
              <a:t> o </a:t>
            </a:r>
            <a:r>
              <a:rPr lang="en-US" altLang="ja-JP" sz="2400" dirty="0" err="1"/>
              <a:t>tomemasu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→</a:t>
            </a:r>
            <a:r>
              <a:rPr lang="en-US" altLang="ja-JP" sz="2400" dirty="0"/>
              <a:t>(</a:t>
            </a:r>
            <a:r>
              <a:rPr lang="th-TH" altLang="ja-JP" sz="2400" dirty="0"/>
              <a:t>กรุณาอย่าจอดรถ</a:t>
            </a:r>
            <a:r>
              <a:rPr lang="en-US" altLang="ja-JP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62761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6A5347-8A65-4F94-9789-8A531462E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なんの　マーク　ですか？</a:t>
            </a:r>
            <a:br>
              <a:rPr kumimoji="1" lang="en-US" altLang="ja-JP" dirty="0"/>
            </a:br>
            <a:r>
              <a:rPr kumimoji="1" lang="en-US" altLang="ja-JP" dirty="0"/>
              <a:t>Nan no </a:t>
            </a:r>
            <a:r>
              <a:rPr kumimoji="1" lang="en-US" altLang="ja-JP" dirty="0" err="1"/>
              <a:t>maaku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A5D80EAF-2B2E-4D9E-8855-3F497FDC4FA0}"/>
              </a:ext>
            </a:extLst>
          </p:cNvPr>
          <p:cNvSpPr/>
          <p:nvPr/>
        </p:nvSpPr>
        <p:spPr>
          <a:xfrm>
            <a:off x="5269832" y="1825625"/>
            <a:ext cx="5622757" cy="40457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200" dirty="0"/>
              <a:t>でんわをします。</a:t>
            </a:r>
            <a:endParaRPr kumimoji="1" lang="en-US" altLang="ja-JP" sz="3200" dirty="0"/>
          </a:p>
          <a:p>
            <a:r>
              <a:rPr kumimoji="1" lang="en-US" altLang="ja-JP" sz="3200" dirty="0" err="1"/>
              <a:t>Denwa</a:t>
            </a:r>
            <a:r>
              <a:rPr kumimoji="1" lang="en-US" altLang="ja-JP" sz="3200" dirty="0"/>
              <a:t> o </a:t>
            </a:r>
            <a:r>
              <a:rPr kumimoji="1" lang="en-US" altLang="ja-JP" sz="3200" dirty="0" err="1"/>
              <a:t>shimasu</a:t>
            </a:r>
            <a:endParaRPr kumimoji="1" lang="en-US" altLang="ja-JP" sz="3200" dirty="0"/>
          </a:p>
          <a:p>
            <a:r>
              <a:rPr lang="ja-JP" altLang="en-US" sz="3200" dirty="0"/>
              <a:t>→</a:t>
            </a:r>
            <a:endParaRPr kumimoji="1" lang="ja-JP" altLang="en-US" sz="3200" dirty="0"/>
          </a:p>
        </p:txBody>
      </p:sp>
      <p:pic>
        <p:nvPicPr>
          <p:cNvPr id="5" name="Picture 26" descr="スマホ・携帯電話禁止マークのイラスト | 無料のフリー素材 イラストエイト">
            <a:extLst>
              <a:ext uri="{FF2B5EF4-FFF2-40B4-BE49-F238E27FC236}">
                <a16:creationId xmlns:a16="http://schemas.microsoft.com/office/drawing/2014/main" id="{4A970EEE-EBA7-41CB-B973-F531C59D3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15" y="1991726"/>
            <a:ext cx="3713584" cy="371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6208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6A5347-8A65-4F94-9789-8A531462E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なんの　マーク　ですか？</a:t>
            </a:r>
            <a:br>
              <a:rPr kumimoji="1" lang="en-US" altLang="ja-JP" dirty="0"/>
            </a:br>
            <a:r>
              <a:rPr kumimoji="1" lang="en-US" altLang="ja-JP" dirty="0"/>
              <a:t>Nan no </a:t>
            </a:r>
            <a:r>
              <a:rPr kumimoji="1" lang="en-US" altLang="ja-JP" dirty="0" err="1"/>
              <a:t>maaku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A5D80EAF-2B2E-4D9E-8855-3F497FDC4FA0}"/>
              </a:ext>
            </a:extLst>
          </p:cNvPr>
          <p:cNvSpPr/>
          <p:nvPr/>
        </p:nvSpPr>
        <p:spPr>
          <a:xfrm>
            <a:off x="5269832" y="1825625"/>
            <a:ext cx="5622757" cy="40457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200" dirty="0"/>
              <a:t>ごみをすてます。</a:t>
            </a:r>
            <a:endParaRPr kumimoji="1" lang="en-US" altLang="ja-JP" sz="3200" dirty="0"/>
          </a:p>
          <a:p>
            <a:r>
              <a:rPr kumimoji="1" lang="en-US" altLang="ja-JP" sz="3200" dirty="0" err="1"/>
              <a:t>Gomi</a:t>
            </a:r>
            <a:r>
              <a:rPr kumimoji="1" lang="en-US" altLang="ja-JP" sz="3200" dirty="0"/>
              <a:t> o </a:t>
            </a:r>
            <a:r>
              <a:rPr kumimoji="1" lang="en-US" altLang="ja-JP" sz="3200" dirty="0" err="1"/>
              <a:t>sutemasu</a:t>
            </a:r>
            <a:endParaRPr kumimoji="1" lang="en-US" altLang="ja-JP" sz="3200" dirty="0"/>
          </a:p>
          <a:p>
            <a:r>
              <a:rPr lang="ja-JP" altLang="en-US" sz="3200" dirty="0"/>
              <a:t>→</a:t>
            </a:r>
            <a:endParaRPr kumimoji="1" lang="ja-JP" altLang="en-US" sz="3200" dirty="0"/>
          </a:p>
        </p:txBody>
      </p:sp>
      <p:pic>
        <p:nvPicPr>
          <p:cNvPr id="6" name="Picture 22" descr="看板 ポイ捨て 禁止 表示板 「 空き缶・ゴミを捨てないで下さい 」 中サイズ 40cm × 60cm 空缶 イラスト プレート /【Buyee】  &quot;Buyee&quot; Japanese Proxy Service | Buy from Japan! bot-online">
            <a:extLst>
              <a:ext uri="{FF2B5EF4-FFF2-40B4-BE49-F238E27FC236}">
                <a16:creationId xmlns:a16="http://schemas.microsoft.com/office/drawing/2014/main" id="{BC98FAC1-EE2F-4D35-982A-D8C5AB40DA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" t="994" r="33184" b="1722"/>
          <a:stretch/>
        </p:blipFill>
        <p:spPr bwMode="auto">
          <a:xfrm>
            <a:off x="424625" y="1465661"/>
            <a:ext cx="3224954" cy="470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2802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6A5347-8A65-4F94-9789-8A531462E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なんの　マーク　ですか？</a:t>
            </a:r>
            <a:br>
              <a:rPr kumimoji="1" lang="en-US" altLang="ja-JP" dirty="0"/>
            </a:br>
            <a:r>
              <a:rPr kumimoji="1" lang="en-US" altLang="ja-JP" dirty="0"/>
              <a:t>Nan no </a:t>
            </a:r>
            <a:r>
              <a:rPr kumimoji="1" lang="en-US" altLang="ja-JP" dirty="0" err="1"/>
              <a:t>maaku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A5D80EAF-2B2E-4D9E-8855-3F497FDC4FA0}"/>
              </a:ext>
            </a:extLst>
          </p:cNvPr>
          <p:cNvSpPr/>
          <p:nvPr/>
        </p:nvSpPr>
        <p:spPr>
          <a:xfrm>
            <a:off x="5269832" y="1825625"/>
            <a:ext cx="5622757" cy="40457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200" dirty="0"/>
              <a:t>おします</a:t>
            </a:r>
            <a:endParaRPr kumimoji="1" lang="en-US" altLang="ja-JP" sz="3200" dirty="0"/>
          </a:p>
          <a:p>
            <a:r>
              <a:rPr kumimoji="1" lang="en-US" altLang="ja-JP" sz="3200" dirty="0" err="1"/>
              <a:t>oshimasu</a:t>
            </a:r>
            <a:endParaRPr kumimoji="1" lang="en-US" altLang="ja-JP" sz="3200" dirty="0"/>
          </a:p>
          <a:p>
            <a:r>
              <a:rPr lang="ja-JP" altLang="en-US" sz="3200" dirty="0"/>
              <a:t>→</a:t>
            </a:r>
            <a:endParaRPr kumimoji="1" lang="ja-JP" altLang="en-US" sz="3200" dirty="0"/>
          </a:p>
        </p:txBody>
      </p:sp>
      <p:pic>
        <p:nvPicPr>
          <p:cNvPr id="5" name="Picture 4" descr="Amazon.co.jp: ユニット 室内表示 838-07 ユニステッカー 操作禁止: DIY・工具・ガーデン">
            <a:extLst>
              <a:ext uri="{FF2B5EF4-FFF2-40B4-BE49-F238E27FC236}">
                <a16:creationId xmlns:a16="http://schemas.microsoft.com/office/drawing/2014/main" id="{69E2A8E7-26C8-487C-8A0A-327343063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9" t="2870" r="4218" b="14541"/>
          <a:stretch/>
        </p:blipFill>
        <p:spPr bwMode="auto">
          <a:xfrm>
            <a:off x="426835" y="1846652"/>
            <a:ext cx="4000786" cy="3539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6091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6A5347-8A65-4F94-9789-8A531462E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なんの　マーク　ですか？</a:t>
            </a:r>
            <a:br>
              <a:rPr kumimoji="1" lang="en-US" altLang="ja-JP" dirty="0"/>
            </a:br>
            <a:r>
              <a:rPr kumimoji="1" lang="en-US" altLang="ja-JP" dirty="0"/>
              <a:t>Nan no </a:t>
            </a:r>
            <a:r>
              <a:rPr kumimoji="1" lang="en-US" altLang="ja-JP" dirty="0" err="1"/>
              <a:t>maaku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desuka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A5D80EAF-2B2E-4D9E-8855-3F497FDC4FA0}"/>
              </a:ext>
            </a:extLst>
          </p:cNvPr>
          <p:cNvSpPr/>
          <p:nvPr/>
        </p:nvSpPr>
        <p:spPr>
          <a:xfrm>
            <a:off x="5269832" y="1825625"/>
            <a:ext cx="5622757" cy="40457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/>
              <a:t>写真をとります</a:t>
            </a:r>
            <a:endParaRPr kumimoji="1" lang="en-US" altLang="ja-JP" sz="3200" dirty="0"/>
          </a:p>
          <a:p>
            <a:r>
              <a:rPr kumimoji="1" lang="en-US" altLang="ja-JP" sz="3200" dirty="0"/>
              <a:t>Shashin o </a:t>
            </a:r>
            <a:r>
              <a:rPr kumimoji="1" lang="en-US" altLang="ja-JP" sz="3200" dirty="0" err="1"/>
              <a:t>torimasu</a:t>
            </a:r>
            <a:endParaRPr kumimoji="1" lang="en-US" altLang="ja-JP" sz="3200" dirty="0"/>
          </a:p>
          <a:p>
            <a:r>
              <a:rPr lang="ja-JP" altLang="en-US" sz="3200" dirty="0"/>
              <a:t>→</a:t>
            </a:r>
            <a:endParaRPr kumimoji="1" lang="ja-JP" altLang="en-US" sz="32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4351AB8-2D0F-49B0-8577-901A4CA98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53" y="1997243"/>
            <a:ext cx="3874168" cy="387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39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6A5347-8A65-4F94-9789-8A531462E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よくつかうぶん</a:t>
            </a:r>
            <a:br>
              <a:rPr kumimoji="1" lang="en-US" altLang="ja-JP" dirty="0"/>
            </a:br>
            <a:r>
              <a:rPr kumimoji="1" lang="en-US" altLang="ja-JP" dirty="0" err="1"/>
              <a:t>yoku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tsukau</a:t>
            </a:r>
            <a:r>
              <a:rPr kumimoji="1" lang="en-US" altLang="ja-JP" dirty="0"/>
              <a:t> bun</a:t>
            </a:r>
            <a:endParaRPr kumimoji="1" lang="ja-JP" altLang="en-US" dirty="0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A5D80EAF-2B2E-4D9E-8855-3F497FDC4FA0}"/>
              </a:ext>
            </a:extLst>
          </p:cNvPr>
          <p:cNvSpPr/>
          <p:nvPr/>
        </p:nvSpPr>
        <p:spPr>
          <a:xfrm>
            <a:off x="1045029" y="1816294"/>
            <a:ext cx="9838230" cy="4045786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3200" dirty="0" err="1"/>
              <a:t>Shinpai</a:t>
            </a:r>
            <a:r>
              <a:rPr lang="en-US" altLang="ja-JP" sz="3200" dirty="0"/>
              <a:t> </a:t>
            </a:r>
            <a:r>
              <a:rPr lang="en-US" altLang="ja-JP" sz="3200" dirty="0" err="1"/>
              <a:t>shimasu</a:t>
            </a:r>
            <a:endParaRPr lang="en-US" altLang="ja-JP" sz="3200" dirty="0"/>
          </a:p>
          <a:p>
            <a:r>
              <a:rPr lang="en-US" altLang="ja-JP" sz="3200" dirty="0"/>
              <a:t>	</a:t>
            </a:r>
            <a:r>
              <a:rPr lang="ja-JP" altLang="en-US" sz="3200" dirty="0"/>
              <a:t>→</a:t>
            </a:r>
            <a:r>
              <a:rPr lang="en-US" altLang="ja-JP" sz="3200" dirty="0" err="1"/>
              <a:t>Shinpai</a:t>
            </a:r>
            <a:r>
              <a:rPr lang="en-US" altLang="ja-JP" sz="3200" dirty="0"/>
              <a:t> </a:t>
            </a:r>
            <a:r>
              <a:rPr lang="en-US" altLang="ja-JP" sz="3200" dirty="0" err="1"/>
              <a:t>shinaide</a:t>
            </a:r>
            <a:r>
              <a:rPr lang="en-US" altLang="ja-JP" sz="3200" dirty="0"/>
              <a:t> </a:t>
            </a:r>
            <a:r>
              <a:rPr lang="en-US" altLang="ja-JP" sz="3200" dirty="0" err="1"/>
              <a:t>kudasai</a:t>
            </a:r>
            <a:r>
              <a:rPr lang="en-US" altLang="ja-JP" sz="3200" dirty="0"/>
              <a:t>.</a:t>
            </a:r>
            <a:r>
              <a:rPr kumimoji="1" lang="ja-JP" altLang="en-US" sz="3200" dirty="0"/>
              <a:t> </a:t>
            </a:r>
            <a:endParaRPr kumimoji="1" lang="en-US" altLang="ja-JP" sz="3200" dirty="0"/>
          </a:p>
          <a:p>
            <a:endParaRPr lang="en-US" altLang="ja-JP" sz="3200" dirty="0"/>
          </a:p>
          <a:p>
            <a:r>
              <a:rPr kumimoji="1" lang="en-US" altLang="ja-JP" sz="3200" dirty="0" err="1"/>
              <a:t>Okorimasu</a:t>
            </a:r>
            <a:endParaRPr kumimoji="1" lang="en-US" altLang="ja-JP" sz="3200" dirty="0"/>
          </a:p>
          <a:p>
            <a:r>
              <a:rPr lang="en-US" altLang="ja-JP" sz="3200" dirty="0"/>
              <a:t>	</a:t>
            </a:r>
            <a:r>
              <a:rPr lang="ja-JP" altLang="en-US" sz="3200" dirty="0"/>
              <a:t>→</a:t>
            </a:r>
            <a:r>
              <a:rPr lang="en-US" altLang="ja-JP" sz="3200" dirty="0" err="1"/>
              <a:t>okor</a:t>
            </a:r>
            <a:r>
              <a:rPr lang="en-US" altLang="ja-JP" sz="3200" dirty="0" err="1">
                <a:solidFill>
                  <a:srgbClr val="FF0000"/>
                </a:solidFill>
              </a:rPr>
              <a:t>a</a:t>
            </a:r>
            <a:r>
              <a:rPr lang="en-US" altLang="ja-JP" sz="3200" dirty="0"/>
              <a:t> </a:t>
            </a:r>
            <a:r>
              <a:rPr lang="en-US" altLang="ja-JP" sz="3200" dirty="0" err="1"/>
              <a:t>naide</a:t>
            </a:r>
            <a:r>
              <a:rPr lang="en-US" altLang="ja-JP" sz="3200" dirty="0"/>
              <a:t> </a:t>
            </a:r>
            <a:r>
              <a:rPr lang="en-US" altLang="ja-JP" sz="3200" dirty="0" err="1"/>
              <a:t>kudasai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100389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07C849-475C-8CDF-D4A1-E01B6453B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宿題　しゅくだい </a:t>
            </a:r>
            <a:r>
              <a:rPr kumimoji="1" lang="en-US" altLang="ja-JP" dirty="0" err="1"/>
              <a:t>shukudai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85D250-6C75-6A08-6A5F-567CBA2AD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39" y="1693173"/>
            <a:ext cx="9003890" cy="35961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/>
              <a:t>1. Review and question sheet (MS Form </a:t>
            </a:r>
            <a:r>
              <a:rPr lang="th-TH" altLang="ja-JP" dirty="0"/>
              <a:t>ในทีม</a:t>
            </a:r>
            <a:r>
              <a:rPr lang="en-US" altLang="ja-JP" dirty="0"/>
              <a:t>)</a:t>
            </a:r>
            <a:endParaRPr lang="th-TH" altLang="ja-JP" dirty="0"/>
          </a:p>
          <a:p>
            <a:pPr marL="0" indent="0">
              <a:buNone/>
            </a:pPr>
            <a:endParaRPr lang="th-TH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おつかれさまでした。 </a:t>
            </a:r>
            <a:r>
              <a:rPr kumimoji="1" lang="en-US" altLang="ja-JP" dirty="0" err="1"/>
              <a:t>Otsukare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samadeshita</a:t>
            </a:r>
            <a:r>
              <a:rPr kumimoji="1" lang="en-US" altLang="ja-JP" dirty="0"/>
              <a:t>.</a:t>
            </a:r>
            <a:endParaRPr kumimoji="1" lang="th-TH" altLang="ja-JP" dirty="0"/>
          </a:p>
          <a:p>
            <a:pPr marL="0" indent="0">
              <a:buNone/>
            </a:pPr>
            <a:r>
              <a:rPr kumimoji="1" lang="en-US" altLang="ja-JP" dirty="0" err="1"/>
              <a:t>Ryokoo</a:t>
            </a:r>
            <a:r>
              <a:rPr kumimoji="1" lang="en-US" altLang="ja-JP" dirty="0"/>
              <a:t> no </a:t>
            </a:r>
            <a:r>
              <a:rPr kumimoji="1" lang="en-US" altLang="ja-JP" dirty="0" err="1"/>
              <a:t>hanashi</a:t>
            </a:r>
            <a:r>
              <a:rPr kumimoji="1" lang="en-US" altLang="ja-JP" dirty="0"/>
              <a:t> o </a:t>
            </a:r>
            <a:r>
              <a:rPr kumimoji="1" lang="en-US" altLang="ja-JP" dirty="0" err="1"/>
              <a:t>Sensee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ni</a:t>
            </a:r>
            <a:r>
              <a:rPr kumimoji="1" lang="en-US" altLang="ja-JP" dirty="0"/>
              <a:t> shite, </a:t>
            </a:r>
            <a:r>
              <a:rPr kumimoji="1" lang="en-US" altLang="ja-JP" dirty="0" err="1"/>
              <a:t>kaerimashoo</a:t>
            </a:r>
            <a:endParaRPr kumimoji="1" lang="th-TH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ED2A3E-A66D-AFE7-4D65-53F6E08F4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32-B65A-4821-93BE-E80F488A5D3D}" type="slidenum">
              <a:rPr kumimoji="1" lang="ja-JP" altLang="en-US" smtClean="0"/>
              <a:t>19</a:t>
            </a:fld>
            <a:endParaRPr kumimoji="1" lang="ja-JP" altLang="en-US"/>
          </a:p>
        </p:txBody>
      </p:sp>
      <p:pic>
        <p:nvPicPr>
          <p:cNvPr id="1026" name="Picture 2" descr="positive red arrow presentation">
            <a:extLst>
              <a:ext uri="{FF2B5EF4-FFF2-40B4-BE49-F238E27FC236}">
                <a16:creationId xmlns:a16="http://schemas.microsoft.com/office/drawing/2014/main" id="{B57EDA69-C820-D6A0-5784-64498CEF3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9567" y="592765"/>
            <a:ext cx="2195845" cy="2195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tmoji Image">
            <a:extLst>
              <a:ext uri="{FF2B5EF4-FFF2-40B4-BE49-F238E27FC236}">
                <a16:creationId xmlns:a16="http://schemas.microsoft.com/office/drawing/2014/main" id="{CDDBB776-FFAA-A5F4-EF9F-9764EAFF1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3824748"/>
            <a:ext cx="3033252" cy="3033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536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D8AB7B-E424-44CC-A337-4B8DAFC30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71585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ぜんかい、りょこうは、どこにいきましたか？</a:t>
            </a:r>
            <a:br>
              <a:rPr kumimoji="1" lang="en-US" altLang="ja-JP" dirty="0"/>
            </a:br>
            <a:r>
              <a:rPr kumimoji="1" lang="en-US" altLang="ja-JP" dirty="0" err="1"/>
              <a:t>Zenkai</a:t>
            </a:r>
            <a:r>
              <a:rPr kumimoji="1" lang="en-US" altLang="ja-JP" dirty="0"/>
              <a:t>, </a:t>
            </a:r>
            <a:r>
              <a:rPr kumimoji="1" lang="en-US" altLang="ja-JP" dirty="0" err="1"/>
              <a:t>ryokoowa</a:t>
            </a:r>
            <a:r>
              <a:rPr kumimoji="1" lang="en-US" altLang="ja-JP" dirty="0"/>
              <a:t>, </a:t>
            </a:r>
            <a:r>
              <a:rPr kumimoji="1" lang="en-US" altLang="ja-JP" dirty="0" err="1"/>
              <a:t>dokoni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ikimashita</a:t>
            </a:r>
            <a:r>
              <a:rPr lang="ja-JP" altLang="en-US" dirty="0"/>
              <a:t> </a:t>
            </a:r>
            <a:r>
              <a:rPr kumimoji="1" lang="en-US" altLang="ja-JP" dirty="0"/>
              <a:t>ka?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AF0D11-E9C6-40CC-A9AA-0EB3CD94F3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0629" y="2801667"/>
            <a:ext cx="5805195" cy="36912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ja-JP" altLang="en-US" dirty="0"/>
              <a:t>ともだちと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カンチャナブリーにいきました。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たきであそびました。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すずしかったです。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それから、カフェにいきました。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おしゃれでした。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あと、おんせんにはいりました。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きもちよ</a:t>
            </a:r>
            <a:r>
              <a:rPr kumimoji="1" lang="ja-JP" altLang="en-US" dirty="0"/>
              <a:t>かったです。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E1706AB-F1BF-447F-93D0-F1E46005C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771690"/>
            <a:ext cx="5965371" cy="379103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ja-JP" sz="3000" dirty="0" err="1"/>
              <a:t>tomodachi</a:t>
            </a:r>
            <a:r>
              <a:rPr lang="en-US" altLang="ja-JP" sz="3000" dirty="0"/>
              <a:t> to</a:t>
            </a:r>
          </a:p>
          <a:p>
            <a:pPr marL="0" indent="0">
              <a:buNone/>
            </a:pPr>
            <a:r>
              <a:rPr lang="en-US" altLang="ja-JP" sz="3000" dirty="0"/>
              <a:t>Kanchanaburi-</a:t>
            </a:r>
            <a:r>
              <a:rPr lang="ja-JP" altLang="en-US" sz="3000" dirty="0"/>
              <a:t> </a:t>
            </a:r>
            <a:r>
              <a:rPr lang="en-US" altLang="ja-JP" sz="3000" dirty="0" err="1"/>
              <a:t>ni</a:t>
            </a:r>
            <a:r>
              <a:rPr lang="en-US" altLang="ja-JP" sz="3000" dirty="0"/>
              <a:t> </a:t>
            </a:r>
            <a:r>
              <a:rPr lang="en-US" altLang="ja-JP" sz="3000" dirty="0" err="1"/>
              <a:t>ikimashita</a:t>
            </a:r>
            <a:r>
              <a:rPr lang="en-US" altLang="ja-JP" sz="3000" dirty="0"/>
              <a:t>.</a:t>
            </a:r>
          </a:p>
          <a:p>
            <a:pPr marL="0" indent="0">
              <a:buNone/>
            </a:pPr>
            <a:r>
              <a:rPr lang="en-US" altLang="ja-JP" sz="3000" dirty="0"/>
              <a:t>Taki de </a:t>
            </a:r>
            <a:r>
              <a:rPr lang="en-US" altLang="ja-JP" sz="3000" dirty="0" err="1"/>
              <a:t>asobimashita</a:t>
            </a:r>
            <a:r>
              <a:rPr lang="en-US" altLang="ja-JP" sz="3000" dirty="0"/>
              <a:t>.</a:t>
            </a:r>
          </a:p>
          <a:p>
            <a:pPr marL="0" indent="0">
              <a:buNone/>
            </a:pPr>
            <a:r>
              <a:rPr lang="en-US" altLang="ja-JP" sz="3000" dirty="0" err="1"/>
              <a:t>Suzushikatta</a:t>
            </a:r>
            <a:r>
              <a:rPr lang="en-US" altLang="ja-JP" sz="3000" dirty="0"/>
              <a:t> </a:t>
            </a:r>
            <a:r>
              <a:rPr lang="en-US" altLang="ja-JP" sz="3000" dirty="0" err="1"/>
              <a:t>desu</a:t>
            </a:r>
            <a:r>
              <a:rPr lang="en-US" altLang="ja-JP" sz="3000" dirty="0"/>
              <a:t>.</a:t>
            </a:r>
          </a:p>
          <a:p>
            <a:pPr marL="0" indent="0">
              <a:buNone/>
            </a:pPr>
            <a:r>
              <a:rPr lang="en-US" altLang="ja-JP" sz="3000" dirty="0" err="1"/>
              <a:t>sorekara</a:t>
            </a:r>
            <a:r>
              <a:rPr lang="en-US" altLang="ja-JP" sz="3000" dirty="0"/>
              <a:t>, </a:t>
            </a:r>
            <a:r>
              <a:rPr lang="en-US" altLang="ja-JP" sz="3000" dirty="0" err="1"/>
              <a:t>Kafe</a:t>
            </a:r>
            <a:r>
              <a:rPr lang="en-US" altLang="ja-JP" sz="3000" dirty="0"/>
              <a:t> </a:t>
            </a:r>
            <a:r>
              <a:rPr lang="en-US" altLang="ja-JP" sz="3000" dirty="0" err="1"/>
              <a:t>ni</a:t>
            </a:r>
            <a:r>
              <a:rPr lang="en-US" altLang="ja-JP" sz="3000" dirty="0"/>
              <a:t> </a:t>
            </a:r>
            <a:r>
              <a:rPr lang="en-US" altLang="ja-JP" sz="3000" dirty="0" err="1"/>
              <a:t>ikimashita</a:t>
            </a:r>
            <a:r>
              <a:rPr lang="en-US" altLang="ja-JP" sz="3000" dirty="0"/>
              <a:t>.</a:t>
            </a:r>
          </a:p>
          <a:p>
            <a:pPr marL="0" indent="0">
              <a:buNone/>
            </a:pPr>
            <a:r>
              <a:rPr lang="en-US" altLang="ja-JP" sz="3000" dirty="0" err="1"/>
              <a:t>Oshare</a:t>
            </a:r>
            <a:r>
              <a:rPr lang="en-US" altLang="ja-JP" sz="3000" dirty="0"/>
              <a:t> </a:t>
            </a:r>
            <a:r>
              <a:rPr lang="en-US" altLang="ja-JP" sz="3000" dirty="0" err="1"/>
              <a:t>deshita</a:t>
            </a:r>
            <a:r>
              <a:rPr lang="en-US" altLang="ja-JP" sz="3000" dirty="0"/>
              <a:t>.</a:t>
            </a:r>
          </a:p>
          <a:p>
            <a:pPr marL="0" indent="0">
              <a:buNone/>
            </a:pPr>
            <a:r>
              <a:rPr lang="en-US" altLang="ja-JP" sz="3000" dirty="0" err="1"/>
              <a:t>Ato</a:t>
            </a:r>
            <a:r>
              <a:rPr lang="en-US" altLang="ja-JP" sz="3000" dirty="0"/>
              <a:t>, Onsen </a:t>
            </a:r>
            <a:r>
              <a:rPr lang="en-US" altLang="ja-JP" sz="3000" dirty="0" err="1"/>
              <a:t>ni</a:t>
            </a:r>
            <a:r>
              <a:rPr lang="en-US" altLang="ja-JP" sz="3000" dirty="0"/>
              <a:t> </a:t>
            </a:r>
            <a:r>
              <a:rPr lang="en-US" altLang="ja-JP" sz="3000" dirty="0" err="1"/>
              <a:t>hairimashita</a:t>
            </a:r>
            <a:r>
              <a:rPr lang="en-US" altLang="ja-JP" sz="3000" dirty="0"/>
              <a:t>.</a:t>
            </a:r>
          </a:p>
          <a:p>
            <a:pPr marL="0" indent="0">
              <a:buNone/>
            </a:pPr>
            <a:r>
              <a:rPr lang="en-US" altLang="ja-JP" sz="3000" dirty="0" err="1"/>
              <a:t>Kimochiyokatta</a:t>
            </a:r>
            <a:r>
              <a:rPr lang="en-US" altLang="ja-JP" sz="3000" dirty="0"/>
              <a:t> </a:t>
            </a:r>
            <a:r>
              <a:rPr lang="en-US" altLang="ja-JP" sz="3000" dirty="0" err="1"/>
              <a:t>desu</a:t>
            </a:r>
            <a:r>
              <a:rPr lang="en-US" altLang="ja-JP" sz="3000" dirty="0"/>
              <a:t>.</a:t>
            </a:r>
          </a:p>
          <a:p>
            <a:pPr marL="0" indent="0">
              <a:buNone/>
            </a:pP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1925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D8AB7B-E424-44CC-A337-4B8DAFC30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71585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じぶんのぶんをつくりましょう。</a:t>
            </a:r>
            <a:br>
              <a:rPr kumimoji="1" lang="en-US" altLang="ja-JP" dirty="0"/>
            </a:br>
            <a:r>
              <a:rPr lang="en-US" altLang="ja-JP" dirty="0" err="1"/>
              <a:t>Jibun</a:t>
            </a:r>
            <a:r>
              <a:rPr lang="ja-JP" altLang="en-US" dirty="0"/>
              <a:t> </a:t>
            </a:r>
            <a:r>
              <a:rPr lang="en-US" altLang="ja-JP" dirty="0"/>
              <a:t>no</a:t>
            </a:r>
            <a:r>
              <a:rPr lang="ja-JP" altLang="en-US" dirty="0"/>
              <a:t> </a:t>
            </a:r>
            <a:r>
              <a:rPr lang="en-US" altLang="ja-JP" dirty="0"/>
              <a:t>bun</a:t>
            </a:r>
            <a:r>
              <a:rPr lang="ja-JP" altLang="en-US" dirty="0"/>
              <a:t> </a:t>
            </a:r>
            <a:r>
              <a:rPr lang="en-US" altLang="ja-JP" dirty="0"/>
              <a:t>o</a:t>
            </a:r>
            <a:r>
              <a:rPr lang="ja-JP" altLang="en-US" dirty="0"/>
              <a:t> </a:t>
            </a:r>
            <a:r>
              <a:rPr lang="en-US" altLang="ja-JP" dirty="0" err="1"/>
              <a:t>tsukurimashoo</a:t>
            </a:r>
            <a:r>
              <a:rPr lang="en-US" altLang="ja-JP" dirty="0"/>
              <a:t>.</a:t>
            </a:r>
            <a:br>
              <a:rPr lang="th-TH" altLang="ja-JP" dirty="0"/>
            </a:br>
            <a:r>
              <a:rPr lang="en-US" altLang="ja-JP" dirty="0"/>
              <a:t>Google Slide </a:t>
            </a:r>
            <a:r>
              <a:rPr lang="en-US" altLang="ja-JP" dirty="0" err="1"/>
              <a:t>ni</a:t>
            </a:r>
            <a:r>
              <a:rPr lang="en-US" altLang="ja-JP" dirty="0"/>
              <a:t> </a:t>
            </a:r>
            <a:r>
              <a:rPr lang="en-US" altLang="ja-JP" dirty="0" err="1"/>
              <a:t>uchimashoo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AF0D11-E9C6-40CC-A9AA-0EB3CD94F3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0629" y="2801667"/>
            <a:ext cx="5805195" cy="36912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/>
              <a:t>(</a:t>
            </a:r>
            <a:r>
              <a:rPr lang="ja-JP" altLang="en-US" dirty="0"/>
              <a:t>ともだちと、かぞくと、ひとりで</a:t>
            </a:r>
            <a:r>
              <a:rPr lang="en-US" altLang="ja-JP" dirty="0"/>
              <a:t>)</a:t>
            </a:r>
          </a:p>
          <a:p>
            <a:pPr marL="0" indent="0">
              <a:buNone/>
            </a:pPr>
            <a:r>
              <a:rPr lang="ja-JP" altLang="en-US" dirty="0"/>
              <a:t>～にいきました。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～ました。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～かったです</a:t>
            </a:r>
            <a:r>
              <a:rPr lang="en-US" altLang="ja-JP" dirty="0"/>
              <a:t>/~</a:t>
            </a:r>
            <a:r>
              <a:rPr lang="ja-JP" altLang="en-US" dirty="0"/>
              <a:t>でした。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あと、～ました。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～かったです</a:t>
            </a:r>
            <a:r>
              <a:rPr kumimoji="1" lang="en-US" altLang="ja-JP" dirty="0"/>
              <a:t>/~</a:t>
            </a:r>
            <a:r>
              <a:rPr kumimoji="1" lang="ja-JP" altLang="en-US" dirty="0"/>
              <a:t>でした。</a:t>
            </a:r>
            <a:endParaRPr kumimoji="1" lang="en-US" altLang="ja-JP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E1706AB-F1BF-447F-93D0-F1E46005C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71690"/>
            <a:ext cx="5889171" cy="40209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/>
              <a:t>(</a:t>
            </a:r>
            <a:r>
              <a:rPr lang="en-US" altLang="ja-JP" dirty="0" err="1"/>
              <a:t>tomodachi</a:t>
            </a:r>
            <a:r>
              <a:rPr lang="en-US" altLang="ja-JP" dirty="0"/>
              <a:t> to, Kazoku to, </a:t>
            </a:r>
            <a:r>
              <a:rPr lang="en-US" altLang="ja-JP" dirty="0" err="1"/>
              <a:t>hitori</a:t>
            </a:r>
            <a:r>
              <a:rPr lang="en-US" altLang="ja-JP" dirty="0"/>
              <a:t> de)</a:t>
            </a:r>
          </a:p>
          <a:p>
            <a:pPr marL="0" indent="0">
              <a:buNone/>
            </a:pPr>
            <a:r>
              <a:rPr lang="en-US" altLang="ja-JP" dirty="0"/>
              <a:t>~</a:t>
            </a:r>
            <a:r>
              <a:rPr lang="en-US" altLang="ja-JP" dirty="0" err="1"/>
              <a:t>ni</a:t>
            </a:r>
            <a:r>
              <a:rPr lang="en-US" altLang="ja-JP" dirty="0"/>
              <a:t> </a:t>
            </a:r>
            <a:r>
              <a:rPr lang="en-US" altLang="ja-JP" dirty="0" err="1"/>
              <a:t>ikimashita</a:t>
            </a:r>
            <a:r>
              <a:rPr lang="en-US" altLang="ja-JP" dirty="0"/>
              <a:t>.</a:t>
            </a:r>
          </a:p>
          <a:p>
            <a:pPr marL="0" indent="0">
              <a:buNone/>
            </a:pPr>
            <a:r>
              <a:rPr lang="en-US" altLang="ja-JP" dirty="0"/>
              <a:t>~ </a:t>
            </a:r>
            <a:r>
              <a:rPr lang="en-US" altLang="ja-JP" dirty="0" err="1"/>
              <a:t>mashita</a:t>
            </a:r>
            <a:r>
              <a:rPr lang="en-US" altLang="ja-JP" dirty="0"/>
              <a:t>.</a:t>
            </a:r>
          </a:p>
          <a:p>
            <a:pPr marL="0" indent="0">
              <a:buNone/>
            </a:pPr>
            <a:r>
              <a:rPr lang="en-US" altLang="ja-JP" dirty="0"/>
              <a:t>~</a:t>
            </a:r>
            <a:r>
              <a:rPr lang="en-US" altLang="ja-JP" dirty="0" err="1"/>
              <a:t>kattadesu</a:t>
            </a:r>
            <a:r>
              <a:rPr lang="en-US" altLang="ja-JP" dirty="0"/>
              <a:t>/~</a:t>
            </a:r>
            <a:r>
              <a:rPr lang="en-US" altLang="ja-JP" dirty="0" err="1"/>
              <a:t>deshita</a:t>
            </a:r>
            <a:r>
              <a:rPr lang="en-US" altLang="ja-JP" dirty="0"/>
              <a:t>.</a:t>
            </a:r>
          </a:p>
          <a:p>
            <a:pPr marL="0" indent="0">
              <a:buNone/>
            </a:pPr>
            <a:r>
              <a:rPr lang="en-US" altLang="ja-JP" dirty="0" err="1"/>
              <a:t>Ato</a:t>
            </a:r>
            <a:r>
              <a:rPr lang="en-US" altLang="ja-JP" dirty="0"/>
              <a:t>, ~ </a:t>
            </a:r>
            <a:r>
              <a:rPr lang="en-US" altLang="ja-JP" dirty="0" err="1"/>
              <a:t>mashita</a:t>
            </a:r>
            <a:r>
              <a:rPr lang="en-US" altLang="ja-JP" dirty="0"/>
              <a:t>.</a:t>
            </a:r>
          </a:p>
          <a:p>
            <a:pPr marL="0" indent="0">
              <a:buNone/>
            </a:pPr>
            <a:r>
              <a:rPr lang="en-US" altLang="ja-JP" dirty="0"/>
              <a:t>~</a:t>
            </a:r>
            <a:r>
              <a:rPr lang="en-US" altLang="ja-JP" dirty="0" err="1"/>
              <a:t>kattadesu</a:t>
            </a:r>
            <a:r>
              <a:rPr lang="en-US" altLang="ja-JP" dirty="0"/>
              <a:t>/~</a:t>
            </a:r>
            <a:r>
              <a:rPr lang="en-US" altLang="ja-JP" dirty="0" err="1"/>
              <a:t>deshita</a:t>
            </a:r>
            <a:r>
              <a:rPr lang="en-US" altLang="ja-JP" dirty="0"/>
              <a:t>.</a:t>
            </a:r>
          </a:p>
          <a:p>
            <a:pPr marL="0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51952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Tahoma"/>
        <a:ea typeface="UD Digi Kyokasho N-B"/>
        <a:cs typeface="Tahoma"/>
      </a:majorFont>
      <a:minorFont>
        <a:latin typeface="Tahoma"/>
        <a:ea typeface="UD Digi Kyokasho N-B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93C16017DD1F1439642FE87AF0FF5A8" ma:contentTypeVersion="3" ma:contentTypeDescription="新しいドキュメントを作成します。" ma:contentTypeScope="" ma:versionID="9e2a3b9aed2b4a0f5071cba93e0d0081">
  <xsd:schema xmlns:xsd="http://www.w3.org/2001/XMLSchema" xmlns:xs="http://www.w3.org/2001/XMLSchema" xmlns:p="http://schemas.microsoft.com/office/2006/metadata/properties" xmlns:ns2="b688275c-64d9-42a2-8dd7-0304ba67bd76" targetNamespace="http://schemas.microsoft.com/office/2006/metadata/properties" ma:root="true" ma:fieldsID="9f78886d79d3feeaab3f69713d443423" ns2:_="">
    <xsd:import namespace="b688275c-64d9-42a2-8dd7-0304ba67bd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88275c-64d9-42a2-8dd7-0304ba67bd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FB0CA5-9888-436B-9401-57D22AEB8C15}"/>
</file>

<file path=customXml/itemProps2.xml><?xml version="1.0" encoding="utf-8"?>
<ds:datastoreItem xmlns:ds="http://schemas.openxmlformats.org/officeDocument/2006/customXml" ds:itemID="{A416D8F0-C21F-4EC7-B0F8-DB73C6A73CC1}">
  <ds:schemaRefs>
    <ds:schemaRef ds:uri="http://schemas.microsoft.com/office/2006/metadata/properties"/>
    <ds:schemaRef ds:uri="http://schemas.microsoft.com/office/infopath/2007/PartnerControls"/>
    <ds:schemaRef ds:uri="69a0e75c-dc73-4a62-ad08-54ac0ce864f0"/>
    <ds:schemaRef ds:uri="226d2048-9071-419e-9c7c-1fa729a82025"/>
  </ds:schemaRefs>
</ds:datastoreItem>
</file>

<file path=customXml/itemProps3.xml><?xml version="1.0" encoding="utf-8"?>
<ds:datastoreItem xmlns:ds="http://schemas.openxmlformats.org/officeDocument/2006/customXml" ds:itemID="{0F6B7C46-0011-49C2-B124-9FD506EA85A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900</Words>
  <Application>Microsoft Office PowerPoint</Application>
  <PresentationFormat>Widescreen</PresentationFormat>
  <Paragraphs>121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Tahoma</vt:lpstr>
      <vt:lpstr>Office テーマ</vt:lpstr>
      <vt:lpstr>～ないでください。</vt:lpstr>
      <vt:lpstr>～ないでください。 ~naide kudasai.</vt:lpstr>
      <vt:lpstr>なんの　マーク　ですか？ Nan no maaku desuka?</vt:lpstr>
      <vt:lpstr>なんの　マーク　ですか？ Nan no maaku desuka?</vt:lpstr>
      <vt:lpstr>なんの　マーク　ですか？ Nan no maaku desuka?</vt:lpstr>
      <vt:lpstr>なんの　マーク　ですか？ Nan no maaku desuka?</vt:lpstr>
      <vt:lpstr>なんの　マーク　ですか？ Nan no maaku desuka?</vt:lpstr>
      <vt:lpstr>なんの　マーク　ですか？ Nan no maaku desuka?</vt:lpstr>
      <vt:lpstr>なんの　マーク　ですか？ Nan no maaku desuka?</vt:lpstr>
      <vt:lpstr>れんしゅう renshuu practice</vt:lpstr>
      <vt:lpstr>なんの　マーク　ですか？ Nan no maaku desuka?</vt:lpstr>
      <vt:lpstr>なんの　マーク　ですか？ Nan no maaku desuka?</vt:lpstr>
      <vt:lpstr>なんの　マーク　ですか？ Nan no maaku desuka?</vt:lpstr>
      <vt:lpstr>なんの　マーク　ですか？ Nan no maaku desuka?</vt:lpstr>
      <vt:lpstr>なんの　マーク　ですか？ Nan no maaku desuka?</vt:lpstr>
      <vt:lpstr>なんの　マーク　ですか？ Nan no maaku desuka?</vt:lpstr>
      <vt:lpstr>なんの　マーク　ですか？ Nan no maaku desuka?</vt:lpstr>
      <vt:lpstr>よくつかうぶん yoku tsukau bun</vt:lpstr>
      <vt:lpstr>宿題　しゅくだい shukudai</vt:lpstr>
      <vt:lpstr>ぜんかい、りょこうは、どこにいきましたか？ Zenkai, ryokoowa, dokoni ikimashita ka?</vt:lpstr>
      <vt:lpstr>じぶんのぶんをつくりましょう。 Jibun no bun o tsukurimashoo. Google Slide ni uchimashoo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KANETA Yuichiro</dc:creator>
  <cp:lastModifiedBy>Yuichiro Kaneta</cp:lastModifiedBy>
  <cp:revision>5</cp:revision>
  <dcterms:created xsi:type="dcterms:W3CDTF">2021-10-21T07:29:40Z</dcterms:created>
  <dcterms:modified xsi:type="dcterms:W3CDTF">2025-01-14T04:53:20Z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0x010100593C16017DD1F1439642FE87AF0FF5A8</vt:lpwstr>
  </property>
  <property fmtid="{D5CDD505-2E9C-101B-9397-08002B2CF9AE}" pid="3" name="MediaServiceImageTags">
    <vt:lpwstr/>
  </property>
</Properties>
</file>