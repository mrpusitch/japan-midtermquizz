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63" r:id="rId9"/>
    <p:sldId id="259" r:id="rId10"/>
    <p:sldId id="261" r:id="rId11"/>
    <p:sldId id="262" r:id="rId12"/>
    <p:sldId id="271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484" r:id="rId21"/>
    <p:sldId id="485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0ECC06-3E26-40E5-8385-6F7219EA50A5}" v="5" dt="2025-01-22T01:55:58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ichiro Kaneta" userId="f4aa7166-965a-4d82-a20e-c3b29afff24a" providerId="ADAL" clId="{020ECC06-3E26-40E5-8385-6F7219EA50A5}"/>
    <pc:docChg chg="undo custSel addSld delSld modSld">
      <pc:chgData name="Yuichiro Kaneta" userId="f4aa7166-965a-4d82-a20e-c3b29afff24a" providerId="ADAL" clId="{020ECC06-3E26-40E5-8385-6F7219EA50A5}" dt="2025-01-22T01:58:00.116" v="345" actId="20577"/>
      <pc:docMkLst>
        <pc:docMk/>
      </pc:docMkLst>
      <pc:sldChg chg="add">
        <pc:chgData name="Yuichiro Kaneta" userId="f4aa7166-965a-4d82-a20e-c3b29afff24a" providerId="ADAL" clId="{020ECC06-3E26-40E5-8385-6F7219EA50A5}" dt="2025-01-22T01:52:35.987" v="0"/>
        <pc:sldMkLst>
          <pc:docMk/>
          <pc:sldMk cId="1979536917" sldId="484"/>
        </pc:sldMkLst>
      </pc:sldChg>
      <pc:sldChg chg="addSp delSp modSp add mod">
        <pc:chgData name="Yuichiro Kaneta" userId="f4aa7166-965a-4d82-a20e-c3b29afff24a" providerId="ADAL" clId="{020ECC06-3E26-40E5-8385-6F7219EA50A5}" dt="2025-01-22T01:58:00.116" v="345" actId="20577"/>
        <pc:sldMkLst>
          <pc:docMk/>
          <pc:sldMk cId="1934291963" sldId="485"/>
        </pc:sldMkLst>
        <pc:spChg chg="mod">
          <ac:chgData name="Yuichiro Kaneta" userId="f4aa7166-965a-4d82-a20e-c3b29afff24a" providerId="ADAL" clId="{020ECC06-3E26-40E5-8385-6F7219EA50A5}" dt="2025-01-22T01:52:51.016" v="3" actId="20577"/>
          <ac:spMkLst>
            <pc:docMk/>
            <pc:sldMk cId="1934291963" sldId="485"/>
            <ac:spMk id="2" creationId="{8E022B7F-C941-70F0-47F5-EC472AC03E48}"/>
          </ac:spMkLst>
        </pc:spChg>
        <pc:spChg chg="add mod">
          <ac:chgData name="Yuichiro Kaneta" userId="f4aa7166-965a-4d82-a20e-c3b29afff24a" providerId="ADAL" clId="{020ECC06-3E26-40E5-8385-6F7219EA50A5}" dt="2025-01-22T01:57:30.336" v="325" actId="20577"/>
          <ac:spMkLst>
            <pc:docMk/>
            <pc:sldMk cId="1934291963" sldId="485"/>
            <ac:spMk id="3" creationId="{8FED8961-FAD3-FDBA-FDF8-4743CFDFFAC2}"/>
          </ac:spMkLst>
        </pc:spChg>
        <pc:spChg chg="mod">
          <ac:chgData name="Yuichiro Kaneta" userId="f4aa7166-965a-4d82-a20e-c3b29afff24a" providerId="ADAL" clId="{020ECC06-3E26-40E5-8385-6F7219EA50A5}" dt="2025-01-22T01:53:01.526" v="10" actId="20577"/>
          <ac:spMkLst>
            <pc:docMk/>
            <pc:sldMk cId="1934291963" sldId="485"/>
            <ac:spMk id="5" creationId="{C56ADA8A-EA4B-2960-CCC8-AEA42E6CA8A9}"/>
          </ac:spMkLst>
        </pc:spChg>
        <pc:spChg chg="add mod">
          <ac:chgData name="Yuichiro Kaneta" userId="f4aa7166-965a-4d82-a20e-c3b29afff24a" providerId="ADAL" clId="{020ECC06-3E26-40E5-8385-6F7219EA50A5}" dt="2025-01-22T01:58:00.116" v="345" actId="20577"/>
          <ac:spMkLst>
            <pc:docMk/>
            <pc:sldMk cId="1934291963" sldId="485"/>
            <ac:spMk id="6" creationId="{902590CC-49FF-3CC7-FA40-289BF31332D3}"/>
          </ac:spMkLst>
        </pc:spChg>
        <pc:spChg chg="del mod">
          <ac:chgData name="Yuichiro Kaneta" userId="f4aa7166-965a-4d82-a20e-c3b29afff24a" providerId="ADAL" clId="{020ECC06-3E26-40E5-8385-6F7219EA50A5}" dt="2025-01-22T01:56:34.076" v="290" actId="478"/>
          <ac:spMkLst>
            <pc:docMk/>
            <pc:sldMk cId="1934291963" sldId="485"/>
            <ac:spMk id="8" creationId="{3B737DA0-5119-5200-C399-651811BF0CAB}"/>
          </ac:spMkLst>
        </pc:spChg>
        <pc:spChg chg="mod">
          <ac:chgData name="Yuichiro Kaneta" userId="f4aa7166-965a-4d82-a20e-c3b29afff24a" providerId="ADAL" clId="{020ECC06-3E26-40E5-8385-6F7219EA50A5}" dt="2025-01-22T01:56:37.353" v="291" actId="1076"/>
          <ac:spMkLst>
            <pc:docMk/>
            <pc:sldMk cId="1934291963" sldId="485"/>
            <ac:spMk id="9" creationId="{3B78120B-C491-717E-9CAF-4DEC930F5F7F}"/>
          </ac:spMkLst>
        </pc:spChg>
        <pc:spChg chg="del">
          <ac:chgData name="Yuichiro Kaneta" userId="f4aa7166-965a-4d82-a20e-c3b29afff24a" providerId="ADAL" clId="{020ECC06-3E26-40E5-8385-6F7219EA50A5}" dt="2025-01-22T01:54:15.811" v="169" actId="478"/>
          <ac:spMkLst>
            <pc:docMk/>
            <pc:sldMk cId="1934291963" sldId="485"/>
            <ac:spMk id="10" creationId="{C4D9AD6D-D653-019B-4F22-C469865B267F}"/>
          </ac:spMkLst>
        </pc:spChg>
        <pc:cxnChg chg="del">
          <ac:chgData name="Yuichiro Kaneta" userId="f4aa7166-965a-4d82-a20e-c3b29afff24a" providerId="ADAL" clId="{020ECC06-3E26-40E5-8385-6F7219EA50A5}" dt="2025-01-22T01:54:19.426" v="171" actId="478"/>
          <ac:cxnSpMkLst>
            <pc:docMk/>
            <pc:sldMk cId="1934291963" sldId="485"/>
            <ac:cxnSpMk id="12" creationId="{1C03524F-1971-2535-2E82-2CF94C2F44AD}"/>
          </ac:cxnSpMkLst>
        </pc:cxnChg>
        <pc:cxnChg chg="del">
          <ac:chgData name="Yuichiro Kaneta" userId="f4aa7166-965a-4d82-a20e-c3b29afff24a" providerId="ADAL" clId="{020ECC06-3E26-40E5-8385-6F7219EA50A5}" dt="2025-01-22T01:54:17.724" v="170" actId="478"/>
          <ac:cxnSpMkLst>
            <pc:docMk/>
            <pc:sldMk cId="1934291963" sldId="485"/>
            <ac:cxnSpMk id="14" creationId="{C1142E97-2557-B0BB-62FD-1771E0C5F762}"/>
          </ac:cxnSpMkLst>
        </pc:cxnChg>
      </pc:sldChg>
      <pc:sldChg chg="add del">
        <pc:chgData name="Yuichiro Kaneta" userId="f4aa7166-965a-4d82-a20e-c3b29afff24a" providerId="ADAL" clId="{020ECC06-3E26-40E5-8385-6F7219EA50A5}" dt="2025-01-22T01:55:55.262" v="262"/>
        <pc:sldMkLst>
          <pc:docMk/>
          <pc:sldMk cId="650024425" sldId="486"/>
        </pc:sldMkLst>
      </pc:sldChg>
      <pc:sldChg chg="new del">
        <pc:chgData name="Yuichiro Kaneta" userId="f4aa7166-965a-4d82-a20e-c3b29afff24a" providerId="ADAL" clId="{020ECC06-3E26-40E5-8385-6F7219EA50A5}" dt="2025-01-22T01:56:50.662" v="295" actId="680"/>
        <pc:sldMkLst>
          <pc:docMk/>
          <pc:sldMk cId="2033234443" sldId="486"/>
        </pc:sldMkLst>
      </pc:sldChg>
    </pc:docChg>
  </pc:docChgLst>
  <pc:docChgLst>
    <pc:chgData name="KANETA Yuichiro" userId="e987a6adf531f851" providerId="Windows Live" clId="Web-{6EEF4D63-99A5-43A7-AD94-0BA9A46A8B97}"/>
    <pc:docChg chg="modSld">
      <pc:chgData name="KANETA Yuichiro" userId="e987a6adf531f851" providerId="Windows Live" clId="Web-{6EEF4D63-99A5-43A7-AD94-0BA9A46A8B97}" dt="2022-10-10T10:19:36.293" v="2" actId="20577"/>
      <pc:docMkLst>
        <pc:docMk/>
      </pc:docMkLst>
      <pc:sldChg chg="modSp">
        <pc:chgData name="KANETA Yuichiro" userId="e987a6adf531f851" providerId="Windows Live" clId="Web-{6EEF4D63-99A5-43A7-AD94-0BA9A46A8B97}" dt="2022-10-10T10:19:30.840" v="1" actId="20577"/>
        <pc:sldMkLst>
          <pc:docMk/>
          <pc:sldMk cId="1882703771" sldId="262"/>
        </pc:sldMkLst>
      </pc:sldChg>
      <pc:sldChg chg="modSp">
        <pc:chgData name="KANETA Yuichiro" userId="e987a6adf531f851" providerId="Windows Live" clId="Web-{6EEF4D63-99A5-43A7-AD94-0BA9A46A8B97}" dt="2022-10-10T10:19:36.293" v="2" actId="20577"/>
        <pc:sldMkLst>
          <pc:docMk/>
          <pc:sldMk cId="56945590" sldId="270"/>
        </pc:sldMkLst>
      </pc:sldChg>
    </pc:docChg>
  </pc:docChgLst>
  <pc:docChgLst>
    <pc:chgData name="KANETA Yuichiro" userId="e987a6adf531f851" providerId="LiveId" clId="{8A2BF910-276B-4712-B421-AA78B7499178}"/>
    <pc:docChg chg="undo custSel addSld modSld sldOrd addSection delSection">
      <pc:chgData name="KANETA Yuichiro" userId="e987a6adf531f851" providerId="LiveId" clId="{8A2BF910-276B-4712-B421-AA78B7499178}" dt="2022-03-02T05:58:28.928" v="558" actId="27636"/>
      <pc:docMkLst>
        <pc:docMk/>
      </pc:docMkLst>
      <pc:sldChg chg="addSp delSp modSp mod">
        <pc:chgData name="KANETA Yuichiro" userId="e987a6adf531f851" providerId="LiveId" clId="{8A2BF910-276B-4712-B421-AA78B7499178}" dt="2022-03-02T05:58:28.928" v="558" actId="27636"/>
        <pc:sldMkLst>
          <pc:docMk/>
          <pc:sldMk cId="3148690577" sldId="256"/>
        </pc:sldMkLst>
      </pc:sldChg>
      <pc:sldChg chg="addSp delSp modSp new mod">
        <pc:chgData name="KANETA Yuichiro" userId="e987a6adf531f851" providerId="LiveId" clId="{8A2BF910-276B-4712-B421-AA78B7499178}" dt="2022-03-02T05:19:49.215" v="139" actId="20577"/>
        <pc:sldMkLst>
          <pc:docMk/>
          <pc:sldMk cId="2529787716" sldId="257"/>
        </pc:sldMkLst>
      </pc:sldChg>
      <pc:sldChg chg="addSp delSp modSp add mod">
        <pc:chgData name="KANETA Yuichiro" userId="e987a6adf531f851" providerId="LiveId" clId="{8A2BF910-276B-4712-B421-AA78B7499178}" dt="2022-03-02T05:21:51.664" v="226" actId="20577"/>
        <pc:sldMkLst>
          <pc:docMk/>
          <pc:sldMk cId="2009115038" sldId="258"/>
        </pc:sldMkLst>
      </pc:sldChg>
      <pc:sldChg chg="addSp modSp add mod">
        <pc:chgData name="KANETA Yuichiro" userId="e987a6adf531f851" providerId="LiveId" clId="{8A2BF910-276B-4712-B421-AA78B7499178}" dt="2022-03-02T05:25:44.283" v="350" actId="20577"/>
        <pc:sldMkLst>
          <pc:docMk/>
          <pc:sldMk cId="66496428" sldId="259"/>
        </pc:sldMkLst>
      </pc:sldChg>
      <pc:sldChg chg="addSp modSp add mod ord">
        <pc:chgData name="KANETA Yuichiro" userId="e987a6adf531f851" providerId="LiveId" clId="{8A2BF910-276B-4712-B421-AA78B7499178}" dt="2022-03-02T05:20:58.139" v="206"/>
        <pc:sldMkLst>
          <pc:docMk/>
          <pc:sldMk cId="2555543277" sldId="260"/>
        </pc:sldMkLst>
      </pc:sldChg>
      <pc:sldChg chg="addSp modSp add mod">
        <pc:chgData name="KANETA Yuichiro" userId="e987a6adf531f851" providerId="LiveId" clId="{8A2BF910-276B-4712-B421-AA78B7499178}" dt="2022-03-02T05:24:42.635" v="319" actId="20577"/>
        <pc:sldMkLst>
          <pc:docMk/>
          <pc:sldMk cId="2159772149" sldId="261"/>
        </pc:sldMkLst>
      </pc:sldChg>
      <pc:sldChg chg="addSp modSp add mod">
        <pc:chgData name="KANETA Yuichiro" userId="e987a6adf531f851" providerId="LiveId" clId="{8A2BF910-276B-4712-B421-AA78B7499178}" dt="2022-03-02T05:29:12.520" v="388" actId="20577"/>
        <pc:sldMkLst>
          <pc:docMk/>
          <pc:sldMk cId="1882703771" sldId="262"/>
        </pc:sldMkLst>
      </pc:sldChg>
      <pc:sldChg chg="addSp modSp add mod ord">
        <pc:chgData name="KANETA Yuichiro" userId="e987a6adf531f851" providerId="LiveId" clId="{8A2BF910-276B-4712-B421-AA78B7499178}" dt="2022-03-02T05:22:33.233" v="249"/>
        <pc:sldMkLst>
          <pc:docMk/>
          <pc:sldMk cId="3619992781" sldId="263"/>
        </pc:sldMkLst>
      </pc:sldChg>
      <pc:sldChg chg="add modAnim">
        <pc:chgData name="KANETA Yuichiro" userId="e987a6adf531f851" providerId="LiveId" clId="{8A2BF910-276B-4712-B421-AA78B7499178}" dt="2022-03-02T05:30:45.538" v="390"/>
        <pc:sldMkLst>
          <pc:docMk/>
          <pc:sldMk cId="2724539156" sldId="264"/>
        </pc:sldMkLst>
      </pc:sldChg>
      <pc:sldChg chg="add modAnim">
        <pc:chgData name="KANETA Yuichiro" userId="e987a6adf531f851" providerId="LiveId" clId="{8A2BF910-276B-4712-B421-AA78B7499178}" dt="2022-03-02T05:30:50.698" v="391"/>
        <pc:sldMkLst>
          <pc:docMk/>
          <pc:sldMk cId="4267001695" sldId="265"/>
        </pc:sldMkLst>
      </pc:sldChg>
      <pc:sldChg chg="add modAnim">
        <pc:chgData name="KANETA Yuichiro" userId="e987a6adf531f851" providerId="LiveId" clId="{8A2BF910-276B-4712-B421-AA78B7499178}" dt="2022-03-02T05:30:54.375" v="392"/>
        <pc:sldMkLst>
          <pc:docMk/>
          <pc:sldMk cId="99861639" sldId="266"/>
        </pc:sldMkLst>
      </pc:sldChg>
      <pc:sldChg chg="add modAnim">
        <pc:chgData name="KANETA Yuichiro" userId="e987a6adf531f851" providerId="LiveId" clId="{8A2BF910-276B-4712-B421-AA78B7499178}" dt="2022-03-02T05:30:57.863" v="393"/>
        <pc:sldMkLst>
          <pc:docMk/>
          <pc:sldMk cId="975148522" sldId="267"/>
        </pc:sldMkLst>
      </pc:sldChg>
      <pc:sldChg chg="add modAnim">
        <pc:chgData name="KANETA Yuichiro" userId="e987a6adf531f851" providerId="LiveId" clId="{8A2BF910-276B-4712-B421-AA78B7499178}" dt="2022-03-02T05:31:01.183" v="394"/>
        <pc:sldMkLst>
          <pc:docMk/>
          <pc:sldMk cId="2106009535" sldId="268"/>
        </pc:sldMkLst>
      </pc:sldChg>
      <pc:sldChg chg="add modAnim">
        <pc:chgData name="KANETA Yuichiro" userId="e987a6adf531f851" providerId="LiveId" clId="{8A2BF910-276B-4712-B421-AA78B7499178}" dt="2022-03-02T05:31:06.742" v="395"/>
        <pc:sldMkLst>
          <pc:docMk/>
          <pc:sldMk cId="2099369342" sldId="269"/>
        </pc:sldMkLst>
      </pc:sldChg>
      <pc:sldChg chg="add modAnim">
        <pc:chgData name="KANETA Yuichiro" userId="e987a6adf531f851" providerId="LiveId" clId="{8A2BF910-276B-4712-B421-AA78B7499178}" dt="2022-03-02T05:31:10.457" v="396"/>
        <pc:sldMkLst>
          <pc:docMk/>
          <pc:sldMk cId="56945590" sldId="270"/>
        </pc:sldMkLst>
      </pc:sldChg>
      <pc:sldChg chg="delSp modSp new mod">
        <pc:chgData name="KANETA Yuichiro" userId="e987a6adf531f851" providerId="LiveId" clId="{8A2BF910-276B-4712-B421-AA78B7499178}" dt="2022-03-02T05:31:39.275" v="439" actId="478"/>
        <pc:sldMkLst>
          <pc:docMk/>
          <pc:sldMk cId="1888062172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BFE7FD-23A7-4BD8-9219-832BF27C7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9401D6F-A50B-40C5-AFE6-792911DDB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BFF914-15DD-4140-B5BD-69347A28A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EC1F5A-689C-4F56-83A0-B6156E6B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A62423-7AA4-41FD-A02A-23869524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395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2493C2-EA1A-43DE-9184-7929C90B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4D2DEC-376D-4837-BF43-D4FECF100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43E309-3FFB-4FB2-9F99-62A8F41E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DF72A2-6BB4-4555-90C8-1636A8D8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3D2ECD-B834-4C8E-90E3-901B9B54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3754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1F7445-B670-468F-BB23-49632DCA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9D751B-5AD4-4A34-85E7-6ADEC8D9B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B356EC-4D7A-457E-9293-019BF340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0B0A11-A3DA-4AED-A2CA-2A87D8DF6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D0F61D-FA2A-46E0-B519-D87B4ECA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86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94BB7-496E-4495-8EDC-B2103202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B5B15-21FF-4933-A410-F444DE9C6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83B940A-3131-4ADA-982D-EA2EC44E6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AED100-02D6-490F-A876-96A8DA45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0D543C-BFA0-4F04-B6FF-3A079F82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AF35A2-632C-4492-98C7-E1AA273C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090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D8613C-12EC-4F3E-BB45-42E2BE6A9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CF5676-827E-45F8-B022-A7CD499C4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34B00A-EB6C-43AD-8369-987C04F4A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88246A-6E07-4ABD-A9BF-66A276D17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01D90B3-B850-4001-AE53-8C7DEAA9D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3D9AFB-9355-4F19-B5F0-62C9C957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578F4DE-B255-4708-AEAE-E6B27EB9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D2DC58B-B902-41D7-A4B4-F14154ECC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89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D5290-39BF-4C50-A94F-C4C04002A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4E583C7-317F-40B9-9D6A-FE0A16669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CE713C8-074D-4CE3-A49D-928B3CA2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0EB3E9C-1B62-4A6A-B2E3-27BA88D5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12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6D9A876-0BFF-4AEF-A3EA-13C844C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4073088-1F41-4C9D-AE1B-436577CB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1FD875-8D51-4C06-9EE0-90A2498E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576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61146-CB5F-4C6F-8305-550C9D77B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F24412-32E3-4FE6-B7D6-472A1B6FA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1C3C83-C5E5-46CB-8373-1380DEB49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C936FA-9A8C-4021-9FB9-2233EAB23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0B1603-BD58-41F4-9B49-2832A3324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74C6C3-A63A-47E7-9D3A-02A3B231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308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813CE8-A807-48AB-9BC1-4659DEA9B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D4D09C3-723C-4D7C-A481-9C31FBC1F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A4E469-0891-4470-ACE3-97E339271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9BAD9D-93E1-4F3C-A3AA-D60CE415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6E2C78-82CF-41B2-B2C0-8E5F17A6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2AF5D3-CAAE-4C08-82A4-5FDD1620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613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347CD6-1BF8-4BDA-BE3F-B6FEF7EF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564314-F51B-43EA-9BC5-C0D5EADF0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A31671-9A7D-405B-B319-DCC761B82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326D5-EA70-43A3-88B1-14968780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ECF63A-3E7D-4A6B-BE77-7F628B603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84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4B08888-D1BC-441F-8724-BDA9ADA89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41095F-5A72-4331-A896-7E836A3AC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987D8B-2E7B-4024-A693-0052832C4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B15EB5-8F3F-4757-A66A-42CA474BC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DEC27F-E6EB-42B1-B757-CE701061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9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F98F638-EB36-4411-A51D-810D83986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3CA0A7-1C53-4321-9AA1-C0CA3558F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59718A-B0A9-4CF6-BAA7-04B8B8A64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5F09D-0690-4A81-9758-C011FC87DB9B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4D8C87-720D-4048-9849-4258ABD91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ABDF33-BACB-43D2-903E-4B712A64C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33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74A51B-37EF-438D-B0ED-8FEC252C35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～てもいいですか？</a:t>
            </a:r>
            <a:br>
              <a:rPr kumimoji="1" lang="en-US" altLang="ja-JP" dirty="0"/>
            </a:br>
            <a:r>
              <a:rPr kumimoji="1" lang="ja-JP" altLang="en-US" dirty="0"/>
              <a:t>～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CD9EDB8-772B-4A8C-A81E-7F6459F086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r"/>
            <a:endParaRPr lang="en-US" altLang="ja-JP" dirty="0"/>
          </a:p>
          <a:p>
            <a:pPr algn="r"/>
            <a:endParaRPr lang="en-US" altLang="ja-JP" dirty="0"/>
          </a:p>
          <a:p>
            <a:pPr algn="r"/>
            <a:endParaRPr lang="en-US" altLang="ja-JP" dirty="0"/>
          </a:p>
          <a:p>
            <a:pPr algn="r"/>
            <a:r>
              <a:rPr lang="en-US" altLang="ja-JP" dirty="0"/>
              <a:t>RMUTT</a:t>
            </a:r>
            <a:r>
              <a:rPr lang="ja-JP" altLang="en-US" dirty="0"/>
              <a:t> </a:t>
            </a:r>
            <a:endParaRPr lang="en-US" altLang="ja-JP" dirty="0"/>
          </a:p>
          <a:p>
            <a:pPr algn="r"/>
            <a:r>
              <a:rPr lang="ja-JP" altLang="en-US" dirty="0"/>
              <a:t>金田雄一郎 </a:t>
            </a:r>
            <a:r>
              <a:rPr lang="en-US" altLang="ja-JP" dirty="0"/>
              <a:t>KANETA Yuichiro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8690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pic>
        <p:nvPicPr>
          <p:cNvPr id="1026" name="Picture 2" descr="公衆トイレのイラスト">
            <a:extLst>
              <a:ext uri="{FF2B5EF4-FFF2-40B4-BE49-F238E27FC236}">
                <a16:creationId xmlns:a16="http://schemas.microsoft.com/office/drawing/2014/main" id="{F716BE98-6556-4A2D-8D3E-2055D422A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12" y="1757265"/>
            <a:ext cx="37242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27380"/>
            <a:ext cx="5374433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トイレに行ってもいいですか？</a:t>
            </a:r>
            <a:endParaRPr kumimoji="1" lang="en-US" altLang="ja-JP" sz="2800" dirty="0"/>
          </a:p>
          <a:p>
            <a:pPr algn="ctr"/>
            <a:r>
              <a:rPr lang="en-US" altLang="ja-JP" sz="2800" dirty="0" err="1"/>
              <a:t>Toire</a:t>
            </a:r>
            <a:r>
              <a:rPr lang="en-US" altLang="ja-JP" sz="2800" dirty="0"/>
              <a:t> </a:t>
            </a:r>
            <a:r>
              <a:rPr lang="en-US" altLang="ja-JP" sz="2800" dirty="0" err="1"/>
              <a:t>ni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ittemo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2978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27380"/>
            <a:ext cx="6176865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しゃしんをとってもいいですか？</a:t>
            </a:r>
            <a:endParaRPr kumimoji="1" lang="en-US" altLang="ja-JP" sz="2800" dirty="0"/>
          </a:p>
          <a:p>
            <a:pPr algn="ctr"/>
            <a:r>
              <a:rPr lang="ja-JP" altLang="en-US" sz="2800" dirty="0"/>
              <a:t>　</a:t>
            </a:r>
            <a:r>
              <a:rPr lang="en-US" altLang="ja-JP" sz="2800" dirty="0" err="1"/>
              <a:t>shashin</a:t>
            </a:r>
            <a:r>
              <a:rPr lang="en-US" altLang="ja-JP" sz="2800" dirty="0"/>
              <a:t> o </a:t>
            </a:r>
            <a:r>
              <a:rPr lang="en-US" altLang="ja-JP" sz="2800" dirty="0" err="1"/>
              <a:t>tottemo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  <p:pic>
        <p:nvPicPr>
          <p:cNvPr id="2050" name="Picture 2" descr="スマートフォンで写真を撮る人のイラスト（女性・横）">
            <a:extLst>
              <a:ext uri="{FF2B5EF4-FFF2-40B4-BE49-F238E27FC236}">
                <a16:creationId xmlns:a16="http://schemas.microsoft.com/office/drawing/2014/main" id="{02DEC918-76A9-4807-AE1B-1ED7403C6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12107"/>
            <a:ext cx="2571750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5543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27380"/>
            <a:ext cx="5374433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はいってもいいですか？</a:t>
            </a:r>
            <a:endParaRPr kumimoji="1" lang="en-US" altLang="ja-JP" sz="2800" dirty="0"/>
          </a:p>
          <a:p>
            <a:pPr algn="ctr"/>
            <a:r>
              <a:rPr lang="en-US" altLang="ja-JP" sz="2800" dirty="0" err="1"/>
              <a:t>haittemo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  <p:pic>
        <p:nvPicPr>
          <p:cNvPr id="3076" name="Picture 4" descr="ノックのイラスト（女性）">
            <a:extLst>
              <a:ext uri="{FF2B5EF4-FFF2-40B4-BE49-F238E27FC236}">
                <a16:creationId xmlns:a16="http://schemas.microsoft.com/office/drawing/2014/main" id="{5236FF36-80E0-4125-BF5E-90B4F7F2A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05" y="1962539"/>
            <a:ext cx="32861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11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27380"/>
            <a:ext cx="5374433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やすんでもいいですか？</a:t>
            </a:r>
            <a:endParaRPr kumimoji="1" lang="en-US" altLang="ja-JP" sz="2800" dirty="0"/>
          </a:p>
          <a:p>
            <a:pPr algn="ctr"/>
            <a:r>
              <a:rPr lang="en-US" altLang="ja-JP" sz="2800" dirty="0" err="1"/>
              <a:t>yasundemo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  <p:pic>
        <p:nvPicPr>
          <p:cNvPr id="4098" name="Picture 2" descr="病欠のイラスト（男性）">
            <a:extLst>
              <a:ext uri="{FF2B5EF4-FFF2-40B4-BE49-F238E27FC236}">
                <a16:creationId xmlns:a16="http://schemas.microsoft.com/office/drawing/2014/main" id="{B0215207-CE82-47F0-875D-561DF69E4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18" y="1690688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99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27380"/>
            <a:ext cx="5374433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いま、はなしてもいいですか？</a:t>
            </a:r>
            <a:endParaRPr kumimoji="1" lang="en-US" altLang="ja-JP" sz="2800" dirty="0"/>
          </a:p>
          <a:p>
            <a:pPr algn="ctr"/>
            <a:r>
              <a:rPr lang="en-US" altLang="ja-JP" sz="2800" dirty="0"/>
              <a:t>Ima, </a:t>
            </a:r>
            <a:r>
              <a:rPr lang="en-US" altLang="ja-JP" sz="2800" dirty="0" err="1"/>
              <a:t>hanashitemo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  <p:pic>
        <p:nvPicPr>
          <p:cNvPr id="5122" name="Picture 2" descr="電話をする人のイラスト（男性・笑顔）">
            <a:extLst>
              <a:ext uri="{FF2B5EF4-FFF2-40B4-BE49-F238E27FC236}">
                <a16:creationId xmlns:a16="http://schemas.microsoft.com/office/drawing/2014/main" id="{220239BF-2A44-4CD4-975E-1BDB95E2E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870" y="2032713"/>
            <a:ext cx="24003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96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18049"/>
            <a:ext cx="5374433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2800" dirty="0"/>
              <a:t>すみません、</a:t>
            </a:r>
            <a:endParaRPr lang="en-US" altLang="ja-JP" sz="2800" dirty="0"/>
          </a:p>
          <a:p>
            <a:r>
              <a:rPr kumimoji="1" lang="ja-JP" altLang="en-US" sz="2800" dirty="0"/>
              <a:t>しつもんしてもいいですか？</a:t>
            </a:r>
            <a:endParaRPr kumimoji="1" lang="en-US" altLang="ja-JP" sz="2800" dirty="0"/>
          </a:p>
          <a:p>
            <a:r>
              <a:rPr lang="en-US" altLang="ja-JP" sz="2800" dirty="0" err="1"/>
              <a:t>Sumimasen</a:t>
            </a:r>
            <a:r>
              <a:rPr lang="en-US" altLang="ja-JP" sz="2800" dirty="0"/>
              <a:t>, </a:t>
            </a:r>
          </a:p>
          <a:p>
            <a:r>
              <a:rPr lang="en-US" altLang="ja-JP" sz="2800" dirty="0" err="1"/>
              <a:t>shitsumon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shitemo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  <p:pic>
        <p:nvPicPr>
          <p:cNvPr id="6146" name="Picture 2" descr="手を上げている男性のイラスト">
            <a:extLst>
              <a:ext uri="{FF2B5EF4-FFF2-40B4-BE49-F238E27FC236}">
                <a16:creationId xmlns:a16="http://schemas.microsoft.com/office/drawing/2014/main" id="{DCE24C72-26FF-4C27-8C36-8355EBE9F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876" y="1528471"/>
            <a:ext cx="2924175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77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27380"/>
            <a:ext cx="5374433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2800" dirty="0"/>
              <a:t>もう、かえってもいいですか？</a:t>
            </a:r>
            <a:endParaRPr kumimoji="1" lang="en-US" altLang="ja-JP" sz="2800" dirty="0"/>
          </a:p>
          <a:p>
            <a:pPr algn="ctr"/>
            <a:r>
              <a:rPr lang="en-US" altLang="ja-JP" sz="2800" dirty="0"/>
              <a:t>Moo, </a:t>
            </a:r>
            <a:r>
              <a:rPr lang="en-US" altLang="ja-JP" sz="2800" dirty="0" err="1"/>
              <a:t>kaettemo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  <p:pic>
        <p:nvPicPr>
          <p:cNvPr id="7170" name="Picture 2" descr="パソコンを使う会社員のイラスト（男性・泣いた顔）">
            <a:extLst>
              <a:ext uri="{FF2B5EF4-FFF2-40B4-BE49-F238E27FC236}">
                <a16:creationId xmlns:a16="http://schemas.microsoft.com/office/drawing/2014/main" id="{03B2DF42-F557-4449-8C2D-C8D36D376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320" y="3382347"/>
            <a:ext cx="2295525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思考の吹き出し: 雲形 2">
            <a:extLst>
              <a:ext uri="{FF2B5EF4-FFF2-40B4-BE49-F238E27FC236}">
                <a16:creationId xmlns:a16="http://schemas.microsoft.com/office/drawing/2014/main" id="{0CC6D4D7-B7F0-4F2D-A2B2-9EB297EF7347}"/>
              </a:ext>
            </a:extLst>
          </p:cNvPr>
          <p:cNvSpPr/>
          <p:nvPr/>
        </p:nvSpPr>
        <p:spPr>
          <a:xfrm flipH="1">
            <a:off x="66916" y="1303257"/>
            <a:ext cx="3691814" cy="2575249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172" name="Picture 4" descr="楽しそうに食事をする家族のイラスト">
            <a:extLst>
              <a:ext uri="{FF2B5EF4-FFF2-40B4-BE49-F238E27FC236}">
                <a16:creationId xmlns:a16="http://schemas.microsoft.com/office/drawing/2014/main" id="{ADF46396-FD2D-423B-895E-8972495D7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06" y="1564456"/>
            <a:ext cx="2611406" cy="1864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703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923EFE-18F0-4B03-AD06-9E5AB2790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れんしゅうしましょう！</a:t>
            </a:r>
            <a:br>
              <a:rPr kumimoji="1" lang="en-US" altLang="ja-JP" dirty="0"/>
            </a:br>
            <a:r>
              <a:rPr kumimoji="1" lang="en-US" altLang="ja-JP" dirty="0" err="1"/>
              <a:t>Renshuu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shimasho</a:t>
            </a:r>
            <a:r>
              <a:rPr kumimoji="1" lang="en-US" altLang="ja-JP" dirty="0"/>
              <a:t>!!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88062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pic>
        <p:nvPicPr>
          <p:cNvPr id="1026" name="Picture 2" descr="公衆トイレのイラスト">
            <a:extLst>
              <a:ext uri="{FF2B5EF4-FFF2-40B4-BE49-F238E27FC236}">
                <a16:creationId xmlns:a16="http://schemas.microsoft.com/office/drawing/2014/main" id="{F716BE98-6556-4A2D-8D3E-2055D422A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12" y="1757265"/>
            <a:ext cx="37242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27380"/>
            <a:ext cx="5374433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トイレに行ってもいいですか？</a:t>
            </a:r>
            <a:endParaRPr kumimoji="1" lang="en-US" altLang="ja-JP" sz="2800" dirty="0"/>
          </a:p>
          <a:p>
            <a:pPr algn="ctr"/>
            <a:r>
              <a:rPr lang="en-US" altLang="ja-JP" sz="2800" dirty="0" err="1"/>
              <a:t>Toire</a:t>
            </a:r>
            <a:r>
              <a:rPr lang="en-US" altLang="ja-JP" sz="2800" dirty="0"/>
              <a:t> </a:t>
            </a:r>
            <a:r>
              <a:rPr lang="en-US" altLang="ja-JP" sz="2800" dirty="0" err="1"/>
              <a:t>ni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ittemo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2453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27380"/>
            <a:ext cx="6176865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しゃしんをとってもいいですか？</a:t>
            </a:r>
            <a:endParaRPr kumimoji="1" lang="en-US" altLang="ja-JP" sz="2800" dirty="0"/>
          </a:p>
          <a:p>
            <a:pPr algn="ctr"/>
            <a:r>
              <a:rPr lang="ja-JP" altLang="en-US" sz="2800" dirty="0"/>
              <a:t>　</a:t>
            </a:r>
            <a:r>
              <a:rPr lang="en-US" altLang="ja-JP" sz="2800" dirty="0" err="1"/>
              <a:t>shashin</a:t>
            </a:r>
            <a:r>
              <a:rPr lang="en-US" altLang="ja-JP" sz="2800" dirty="0"/>
              <a:t> o </a:t>
            </a:r>
            <a:r>
              <a:rPr lang="en-US" altLang="ja-JP" sz="2800" dirty="0" err="1"/>
              <a:t>tottemo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  <p:pic>
        <p:nvPicPr>
          <p:cNvPr id="2050" name="Picture 2" descr="スマートフォンで写真を撮る人のイラスト（女性・横）">
            <a:extLst>
              <a:ext uri="{FF2B5EF4-FFF2-40B4-BE49-F238E27FC236}">
                <a16:creationId xmlns:a16="http://schemas.microsoft.com/office/drawing/2014/main" id="{02DEC918-76A9-4807-AE1B-1ED7403C6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12107"/>
            <a:ext cx="2571750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00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27380"/>
            <a:ext cx="5374433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はいってもいいですか？</a:t>
            </a:r>
            <a:endParaRPr kumimoji="1" lang="en-US" altLang="ja-JP" sz="2800" dirty="0"/>
          </a:p>
          <a:p>
            <a:pPr algn="ctr"/>
            <a:r>
              <a:rPr lang="en-US" altLang="ja-JP" sz="2800" dirty="0" err="1"/>
              <a:t>haittemo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  <p:pic>
        <p:nvPicPr>
          <p:cNvPr id="3076" name="Picture 4" descr="ノックのイラスト（女性）">
            <a:extLst>
              <a:ext uri="{FF2B5EF4-FFF2-40B4-BE49-F238E27FC236}">
                <a16:creationId xmlns:a16="http://schemas.microsoft.com/office/drawing/2014/main" id="{5236FF36-80E0-4125-BF5E-90B4F7F2A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05" y="1962539"/>
            <a:ext cx="32861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6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27380"/>
            <a:ext cx="5374433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やすんでもいいですか？</a:t>
            </a:r>
            <a:endParaRPr kumimoji="1" lang="en-US" altLang="ja-JP" sz="2800" dirty="0"/>
          </a:p>
          <a:p>
            <a:pPr algn="ctr"/>
            <a:r>
              <a:rPr lang="en-US" altLang="ja-JP" sz="2800" dirty="0" err="1"/>
              <a:t>yasundemo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  <p:pic>
        <p:nvPicPr>
          <p:cNvPr id="4098" name="Picture 2" descr="病欠のイラスト（男性）">
            <a:extLst>
              <a:ext uri="{FF2B5EF4-FFF2-40B4-BE49-F238E27FC236}">
                <a16:creationId xmlns:a16="http://schemas.microsoft.com/office/drawing/2014/main" id="{B0215207-CE82-47F0-875D-561DF69E4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18" y="1690688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14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27380"/>
            <a:ext cx="5374433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いま、はなしてもいいですか？</a:t>
            </a:r>
            <a:endParaRPr kumimoji="1" lang="en-US" altLang="ja-JP" sz="2800" dirty="0"/>
          </a:p>
          <a:p>
            <a:pPr algn="ctr"/>
            <a:r>
              <a:rPr lang="en-US" altLang="ja-JP" sz="2800" dirty="0"/>
              <a:t>Ima, </a:t>
            </a:r>
            <a:r>
              <a:rPr lang="en-US" altLang="ja-JP" sz="2800" dirty="0" err="1"/>
              <a:t>hanashitemo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  <p:pic>
        <p:nvPicPr>
          <p:cNvPr id="5122" name="Picture 2" descr="電話をする人のイラスト（男性・笑顔）">
            <a:extLst>
              <a:ext uri="{FF2B5EF4-FFF2-40B4-BE49-F238E27FC236}">
                <a16:creationId xmlns:a16="http://schemas.microsoft.com/office/drawing/2014/main" id="{220239BF-2A44-4CD4-975E-1BDB95E2E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870" y="2032713"/>
            <a:ext cx="24003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00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18049"/>
            <a:ext cx="5374433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2800" dirty="0"/>
              <a:t>すみません、</a:t>
            </a:r>
            <a:endParaRPr lang="en-US" altLang="ja-JP" sz="2800" dirty="0"/>
          </a:p>
          <a:p>
            <a:r>
              <a:rPr kumimoji="1" lang="ja-JP" altLang="en-US" sz="2800" dirty="0"/>
              <a:t>しつもんしてもいいですか？</a:t>
            </a:r>
            <a:endParaRPr kumimoji="1" lang="en-US" altLang="ja-JP" sz="2800" dirty="0"/>
          </a:p>
          <a:p>
            <a:r>
              <a:rPr lang="en-US" altLang="ja-JP" sz="2800" dirty="0" err="1"/>
              <a:t>Sumimasen</a:t>
            </a:r>
            <a:r>
              <a:rPr lang="en-US" altLang="ja-JP" sz="2800" dirty="0"/>
              <a:t>, </a:t>
            </a:r>
          </a:p>
          <a:p>
            <a:r>
              <a:rPr lang="en-US" altLang="ja-JP" sz="2800" dirty="0" err="1"/>
              <a:t>shitsumon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shitemo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  <p:pic>
        <p:nvPicPr>
          <p:cNvPr id="6146" name="Picture 2" descr="手を上げている男性のイラスト">
            <a:extLst>
              <a:ext uri="{FF2B5EF4-FFF2-40B4-BE49-F238E27FC236}">
                <a16:creationId xmlns:a16="http://schemas.microsoft.com/office/drawing/2014/main" id="{DCE24C72-26FF-4C27-8C36-8355EBE9F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876" y="1528471"/>
            <a:ext cx="2924175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36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1DD03-E2CE-4F69-9DB5-0A7FDDD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ても いいですか？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temo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iidesuka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FE2094-4B34-46D3-A9AD-9307BCF32EFC}"/>
              </a:ext>
            </a:extLst>
          </p:cNvPr>
          <p:cNvSpPr/>
          <p:nvPr/>
        </p:nvSpPr>
        <p:spPr>
          <a:xfrm>
            <a:off x="5103845" y="2127380"/>
            <a:ext cx="5374433" cy="2276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2800" dirty="0"/>
              <a:t>もう、かえってもいいですか？</a:t>
            </a:r>
            <a:endParaRPr kumimoji="1" lang="en-US" altLang="ja-JP" sz="2800" dirty="0"/>
          </a:p>
          <a:p>
            <a:pPr algn="ctr"/>
            <a:r>
              <a:rPr lang="en-US" altLang="ja-JP" sz="2800" dirty="0"/>
              <a:t>Moo, </a:t>
            </a:r>
            <a:r>
              <a:rPr lang="en-US" altLang="ja-JP" sz="2800" dirty="0" err="1"/>
              <a:t>kaettemo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iidesuka</a:t>
            </a:r>
            <a:r>
              <a:rPr lang="en-US" altLang="ja-JP" sz="2800" dirty="0"/>
              <a:t>?</a:t>
            </a:r>
            <a:endParaRPr kumimoji="1" lang="ja-JP" altLang="en-US" sz="2800" dirty="0"/>
          </a:p>
        </p:txBody>
      </p:sp>
      <p:pic>
        <p:nvPicPr>
          <p:cNvPr id="7170" name="Picture 2" descr="パソコンを使う会社員のイラスト（男性・泣いた顔）">
            <a:extLst>
              <a:ext uri="{FF2B5EF4-FFF2-40B4-BE49-F238E27FC236}">
                <a16:creationId xmlns:a16="http://schemas.microsoft.com/office/drawing/2014/main" id="{03B2DF42-F557-4449-8C2D-C8D36D376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320" y="3382347"/>
            <a:ext cx="2295525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思考の吹き出し: 雲形 2">
            <a:extLst>
              <a:ext uri="{FF2B5EF4-FFF2-40B4-BE49-F238E27FC236}">
                <a16:creationId xmlns:a16="http://schemas.microsoft.com/office/drawing/2014/main" id="{0CC6D4D7-B7F0-4F2D-A2B2-9EB297EF7347}"/>
              </a:ext>
            </a:extLst>
          </p:cNvPr>
          <p:cNvSpPr/>
          <p:nvPr/>
        </p:nvSpPr>
        <p:spPr>
          <a:xfrm flipH="1">
            <a:off x="66916" y="1303257"/>
            <a:ext cx="3691814" cy="2575249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172" name="Picture 4" descr="楽しそうに食事をする家族のイラスト">
            <a:extLst>
              <a:ext uri="{FF2B5EF4-FFF2-40B4-BE49-F238E27FC236}">
                <a16:creationId xmlns:a16="http://schemas.microsoft.com/office/drawing/2014/main" id="{ADF46396-FD2D-423B-895E-8972495D7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06" y="1564456"/>
            <a:ext cx="2611406" cy="1864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4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07C849-475C-8CDF-D4A1-E01B6453B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宿題　しゅくだい </a:t>
            </a:r>
            <a:r>
              <a:rPr kumimoji="1" lang="en-US" altLang="ja-JP" dirty="0" err="1"/>
              <a:t>shukudai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85D250-6C75-6A08-6A5F-567CBA2AD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39" y="1693173"/>
            <a:ext cx="9003890" cy="3596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/>
              <a:t>1. Review and question sheet (MS Form </a:t>
            </a:r>
            <a:r>
              <a:rPr lang="th-TH" altLang="ja-JP" dirty="0"/>
              <a:t>ในทีม</a:t>
            </a:r>
            <a:r>
              <a:rPr lang="en-US" altLang="ja-JP" dirty="0"/>
              <a:t>)</a:t>
            </a:r>
            <a:endParaRPr lang="th-TH" altLang="ja-JP" dirty="0"/>
          </a:p>
          <a:p>
            <a:pPr marL="0" indent="0">
              <a:buNone/>
            </a:pPr>
            <a:endParaRPr lang="th-TH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おつかれさまでした。 </a:t>
            </a:r>
            <a:r>
              <a:rPr kumimoji="1" lang="en-US" altLang="ja-JP" dirty="0" err="1"/>
              <a:t>Otsukare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samadeshita</a:t>
            </a:r>
            <a:r>
              <a:rPr kumimoji="1" lang="en-US" altLang="ja-JP" dirty="0"/>
              <a:t>.</a:t>
            </a:r>
            <a:endParaRPr kumimoji="1" lang="th-TH" altLang="ja-JP" dirty="0"/>
          </a:p>
          <a:p>
            <a:pPr marL="0" indent="0">
              <a:buNone/>
            </a:pPr>
            <a:r>
              <a:rPr kumimoji="1" lang="ja-JP" altLang="en-US" dirty="0"/>
              <a:t>またらいしゅう</a:t>
            </a:r>
            <a:r>
              <a:rPr kumimoji="1" lang="en-US" altLang="ja-JP" dirty="0"/>
              <a:t>		Mata </a:t>
            </a:r>
            <a:r>
              <a:rPr kumimoji="1" lang="en-US" altLang="ja-JP" dirty="0" err="1"/>
              <a:t>raishuu</a:t>
            </a:r>
            <a:endParaRPr kumimoji="1" lang="th-TH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ED2A3E-A66D-AFE7-4D65-53F6E08F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32-B65A-4821-93BE-E80F488A5D3D}" type="slidenum">
              <a:rPr kumimoji="1" lang="ja-JP" altLang="en-US" smtClean="0"/>
              <a:t>17</a:t>
            </a:fld>
            <a:endParaRPr kumimoji="1" lang="ja-JP" altLang="en-US"/>
          </a:p>
        </p:txBody>
      </p:sp>
      <p:pic>
        <p:nvPicPr>
          <p:cNvPr id="1026" name="Picture 2" descr="positive red arrow presentation">
            <a:extLst>
              <a:ext uri="{FF2B5EF4-FFF2-40B4-BE49-F238E27FC236}">
                <a16:creationId xmlns:a16="http://schemas.microsoft.com/office/drawing/2014/main" id="{B57EDA69-C820-D6A0-5784-64498CEF3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567" y="592765"/>
            <a:ext cx="2195845" cy="2195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tmoji Image">
            <a:extLst>
              <a:ext uri="{FF2B5EF4-FFF2-40B4-BE49-F238E27FC236}">
                <a16:creationId xmlns:a16="http://schemas.microsoft.com/office/drawing/2014/main" id="{CDDBB776-FFAA-A5F4-EF9F-9764EAFF1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3824748"/>
            <a:ext cx="3033252" cy="303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536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2B7F-C941-70F0-47F5-EC472AC0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65125"/>
            <a:ext cx="11631561" cy="938211"/>
          </a:xfrm>
        </p:spPr>
        <p:txBody>
          <a:bodyPr>
            <a:normAutofit/>
          </a:bodyPr>
          <a:lstStyle/>
          <a:p>
            <a:r>
              <a:rPr lang="en-US" sz="4400" u="sng" dirty="0" err="1"/>
              <a:t>Tomodachi</a:t>
            </a:r>
            <a:r>
              <a:rPr lang="en-US" sz="4400" u="sng" dirty="0"/>
              <a:t> </a:t>
            </a:r>
            <a:r>
              <a:rPr lang="en-US" sz="4400" u="sng" dirty="0" err="1"/>
              <a:t>ni</a:t>
            </a:r>
            <a:r>
              <a:rPr lang="en-US" sz="4400" u="sng" dirty="0"/>
              <a:t> </a:t>
            </a:r>
            <a:r>
              <a:rPr lang="en-US" sz="4400" u="sng" dirty="0" err="1"/>
              <a:t>tsuite</a:t>
            </a:r>
            <a:r>
              <a:rPr lang="en-US" sz="4400" u="sng" dirty="0"/>
              <a:t>, </a:t>
            </a:r>
            <a:r>
              <a:rPr lang="en-US" sz="4400" u="sng" dirty="0" err="1"/>
              <a:t>setsumee</a:t>
            </a:r>
            <a:r>
              <a:rPr lang="en-US" sz="4400" u="sng" dirty="0"/>
              <a:t> </a:t>
            </a:r>
            <a:r>
              <a:rPr lang="en-US" sz="4400" u="sng" dirty="0" err="1"/>
              <a:t>shimashoo</a:t>
            </a:r>
            <a:r>
              <a:rPr lang="en-US" u="sng" dirty="0"/>
              <a:t>.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C56ADA8A-EA4B-2960-CCC8-AEA42E6CA8A9}"/>
              </a:ext>
            </a:extLst>
          </p:cNvPr>
          <p:cNvSpPr txBox="1">
            <a:spLocks/>
          </p:cNvSpPr>
          <p:nvPr/>
        </p:nvSpPr>
        <p:spPr>
          <a:xfrm>
            <a:off x="395579" y="2571749"/>
            <a:ext cx="4243096" cy="4333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ja-JP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3B78120B-C491-717E-9CAF-4DEC930F5F7F}"/>
              </a:ext>
            </a:extLst>
          </p:cNvPr>
          <p:cNvSpPr txBox="1">
            <a:spLocks/>
          </p:cNvSpPr>
          <p:nvPr/>
        </p:nvSpPr>
        <p:spPr>
          <a:xfrm>
            <a:off x="596770" y="1660139"/>
            <a:ext cx="10147720" cy="2803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dirty="0"/>
              <a:t>1. </a:t>
            </a:r>
            <a:r>
              <a:rPr lang="en-US" altLang="ja-JP" dirty="0" err="1"/>
              <a:t>Sensee</a:t>
            </a:r>
            <a:r>
              <a:rPr lang="en-US" altLang="ja-JP" dirty="0"/>
              <a:t>, </a:t>
            </a:r>
            <a:r>
              <a:rPr lang="en-US" altLang="ja-JP" dirty="0" err="1"/>
              <a:t>watashi</a:t>
            </a:r>
            <a:r>
              <a:rPr lang="en-US" altLang="ja-JP" dirty="0"/>
              <a:t> no </a:t>
            </a:r>
            <a:r>
              <a:rPr lang="en-US" altLang="ja-JP" dirty="0" err="1"/>
              <a:t>tomodachi</a:t>
            </a:r>
            <a:r>
              <a:rPr lang="en-US" altLang="ja-JP" dirty="0"/>
              <a:t> no	___ </a:t>
            </a:r>
            <a:r>
              <a:rPr lang="en-US" altLang="ja-JP" dirty="0" err="1"/>
              <a:t>san</a:t>
            </a:r>
            <a:r>
              <a:rPr lang="en-US" altLang="ja-JP" dirty="0"/>
              <a:t> </a:t>
            </a:r>
            <a:r>
              <a:rPr lang="en-US" altLang="ja-JP" dirty="0" err="1"/>
              <a:t>desu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r>
              <a:rPr lang="en-US" altLang="ja-JP" dirty="0"/>
              <a:t>2. ______ </a:t>
            </a:r>
            <a:r>
              <a:rPr lang="en-US" altLang="ja-JP" dirty="0" err="1"/>
              <a:t>shusshin</a:t>
            </a:r>
            <a:r>
              <a:rPr lang="en-US" altLang="ja-JP" dirty="0"/>
              <a:t> </a:t>
            </a:r>
            <a:r>
              <a:rPr lang="en-US" altLang="ja-JP" dirty="0" err="1"/>
              <a:t>desu</a:t>
            </a:r>
            <a:r>
              <a:rPr lang="en-US" altLang="ja-JP" dirty="0"/>
              <a:t>.</a:t>
            </a:r>
            <a:endParaRPr lang="th-TH" altLang="ja-JP" dirty="0"/>
          </a:p>
          <a:p>
            <a:pPr marL="0" indent="0">
              <a:buNone/>
            </a:pPr>
            <a:r>
              <a:rPr kumimoji="1" lang="en-US" altLang="ja-JP" dirty="0"/>
              <a:t>3. ______</a:t>
            </a:r>
            <a:r>
              <a:rPr lang="en-US" altLang="ja-JP" dirty="0"/>
              <a:t>ga </a:t>
            </a:r>
            <a:r>
              <a:rPr lang="en-US" altLang="ja-JP" dirty="0" err="1"/>
              <a:t>suki</a:t>
            </a:r>
            <a:r>
              <a:rPr kumimoji="1" lang="en-US" altLang="ja-JP" dirty="0" err="1"/>
              <a:t>de</a:t>
            </a:r>
            <a:r>
              <a:rPr kumimoji="1" lang="en-US" altLang="ja-JP" dirty="0"/>
              <a:t>,  _______ ga </a:t>
            </a:r>
            <a:r>
              <a:rPr kumimoji="1" lang="en-US" altLang="ja-JP" dirty="0" err="1"/>
              <a:t>joozu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</a:t>
            </a:r>
            <a:r>
              <a:rPr kumimoji="1" lang="en-US" altLang="ja-JP" dirty="0"/>
              <a:t>.</a:t>
            </a:r>
          </a:p>
          <a:p>
            <a:pPr marL="0" indent="0">
              <a:buNone/>
            </a:pPr>
            <a:r>
              <a:rPr kumimoji="1" lang="en-US" altLang="ja-JP" dirty="0"/>
              <a:t>4. ______</a:t>
            </a:r>
            <a:r>
              <a:rPr kumimoji="1" lang="en-US" altLang="ja-JP" dirty="0" err="1"/>
              <a:t>kute</a:t>
            </a:r>
            <a:r>
              <a:rPr kumimoji="1" lang="en-US" altLang="ja-JP" dirty="0"/>
              <a:t>/de, ________ </a:t>
            </a:r>
            <a:r>
              <a:rPr kumimoji="1" lang="en-US" altLang="ja-JP" dirty="0" err="1"/>
              <a:t>desu</a:t>
            </a:r>
            <a:r>
              <a:rPr kumimoji="1" lang="en-US" altLang="ja-JP" dirty="0"/>
              <a:t>.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ED8961-FAD3-FDBA-FDF8-4743CFDFFAC2}"/>
              </a:ext>
            </a:extLst>
          </p:cNvPr>
          <p:cNvSpPr txBox="1">
            <a:spLocks/>
          </p:cNvSpPr>
          <p:nvPr/>
        </p:nvSpPr>
        <p:spPr>
          <a:xfrm>
            <a:off x="395579" y="4142793"/>
            <a:ext cx="4516406" cy="25252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3200" dirty="0"/>
              <a:t>[-</a:t>
            </a:r>
            <a:r>
              <a:rPr lang="en-US" altLang="ja-JP" sz="3200" dirty="0" err="1"/>
              <a:t>kute</a:t>
            </a:r>
            <a:r>
              <a:rPr lang="en-US" altLang="ja-JP" sz="3200" dirty="0"/>
              <a:t>]</a:t>
            </a:r>
          </a:p>
          <a:p>
            <a:pPr marL="0" indent="0">
              <a:buNone/>
            </a:pPr>
            <a:r>
              <a:rPr lang="en-US" altLang="ja-JP" sz="3200" dirty="0"/>
              <a:t>kawaii	</a:t>
            </a:r>
            <a:r>
              <a:rPr lang="th-TH" altLang="ja-JP" sz="3200" dirty="0"/>
              <a:t>น่ารัก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 err="1"/>
              <a:t>kakkoii</a:t>
            </a:r>
            <a:r>
              <a:rPr lang="en-US" altLang="ja-JP" sz="3200" dirty="0"/>
              <a:t>	</a:t>
            </a:r>
            <a:r>
              <a:rPr lang="th-TH" altLang="ja-JP" sz="3200" dirty="0"/>
              <a:t> หล่อ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 err="1"/>
              <a:t>omoshiroi</a:t>
            </a:r>
            <a:r>
              <a:rPr lang="th-TH" altLang="ja-JP" sz="3200" dirty="0"/>
              <a:t>	ตลก, น่าสนใจ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 err="1"/>
              <a:t>Yasashii</a:t>
            </a:r>
            <a:r>
              <a:rPr lang="en-US" altLang="ja-JP" sz="3200" dirty="0"/>
              <a:t> </a:t>
            </a:r>
            <a:r>
              <a:rPr lang="th-TH" altLang="ja-JP" sz="3200" dirty="0"/>
              <a:t>	ใจดี</a:t>
            </a:r>
            <a:endParaRPr lang="en-US" altLang="ja-JP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590CC-49FF-3CC7-FA40-289BF31332D3}"/>
              </a:ext>
            </a:extLst>
          </p:cNvPr>
          <p:cNvSpPr txBox="1"/>
          <p:nvPr/>
        </p:nvSpPr>
        <p:spPr>
          <a:xfrm>
            <a:off x="5113176" y="4143743"/>
            <a:ext cx="6744380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ja-JP" sz="3200" dirty="0"/>
              <a:t>[-de]</a:t>
            </a:r>
          </a:p>
          <a:p>
            <a:pPr marL="0" indent="0">
              <a:buNone/>
            </a:pPr>
            <a:r>
              <a:rPr lang="en-US" altLang="ja-JP" sz="3200" dirty="0" err="1"/>
              <a:t>Kiree</a:t>
            </a:r>
            <a:r>
              <a:rPr lang="en-US" altLang="ja-JP" sz="3200" dirty="0"/>
              <a:t>(</a:t>
            </a:r>
            <a:r>
              <a:rPr lang="en-US" altLang="ja-JP" sz="3200" dirty="0" err="1"/>
              <a:t>na</a:t>
            </a:r>
            <a:r>
              <a:rPr lang="en-US" altLang="ja-JP" sz="3200" dirty="0"/>
              <a:t>)		</a:t>
            </a:r>
            <a:r>
              <a:rPr lang="th-TH" altLang="ja-JP" sz="3200" dirty="0"/>
              <a:t>สวย</a:t>
            </a:r>
          </a:p>
          <a:p>
            <a:pPr marL="0" indent="0">
              <a:buNone/>
            </a:pPr>
            <a:r>
              <a:rPr kumimoji="1" lang="en-US" altLang="ja-JP" sz="3200" dirty="0" err="1"/>
              <a:t>Yuumee</a:t>
            </a:r>
            <a:r>
              <a:rPr kumimoji="1" lang="en-US" altLang="ja-JP" sz="3200" dirty="0"/>
              <a:t>(</a:t>
            </a:r>
            <a:r>
              <a:rPr kumimoji="1" lang="en-US" altLang="ja-JP" sz="3200" dirty="0" err="1"/>
              <a:t>na</a:t>
            </a:r>
            <a:r>
              <a:rPr kumimoji="1" lang="en-US" altLang="ja-JP" sz="3200" dirty="0"/>
              <a:t>)	</a:t>
            </a:r>
            <a:r>
              <a:rPr kumimoji="1" lang="th-TH" altLang="ja-JP" sz="3200" dirty="0"/>
              <a:t>มีชื่อเสียง</a:t>
            </a:r>
            <a:r>
              <a:rPr kumimoji="1" lang="en-US" altLang="ja-JP" sz="3200" dirty="0"/>
              <a:t>,</a:t>
            </a:r>
            <a:r>
              <a:rPr kumimoji="1" lang="th-TH" altLang="ja-JP" sz="3200" dirty="0"/>
              <a:t> ดัง</a:t>
            </a:r>
            <a:endParaRPr lang="en-US" altLang="ja-JP" sz="3200" dirty="0"/>
          </a:p>
          <a:p>
            <a:pPr marL="0" indent="0">
              <a:buNone/>
            </a:pPr>
            <a:r>
              <a:rPr kumimoji="1" lang="en-US" altLang="ja-JP" sz="3200" dirty="0"/>
              <a:t>Shizuka(</a:t>
            </a:r>
            <a:r>
              <a:rPr kumimoji="1" lang="en-US" altLang="ja-JP" sz="3200" dirty="0" err="1"/>
              <a:t>na</a:t>
            </a:r>
            <a:r>
              <a:rPr kumimoji="1" lang="en-US" altLang="ja-JP" sz="3200" dirty="0"/>
              <a:t>)		</a:t>
            </a:r>
            <a:r>
              <a:rPr kumimoji="1" lang="th-TH" altLang="ja-JP" sz="3200" dirty="0"/>
              <a:t>เงียบ</a:t>
            </a:r>
            <a:endParaRPr kumimoji="1" lang="en-US" altLang="ja-JP" sz="3200" dirty="0"/>
          </a:p>
          <a:p>
            <a:pPr marL="0" indent="0">
              <a:buNone/>
            </a:pPr>
            <a:r>
              <a:rPr kumimoji="1" lang="en-US" altLang="ja-JP" sz="3200" dirty="0"/>
              <a:t>Genki(</a:t>
            </a:r>
            <a:r>
              <a:rPr kumimoji="1" lang="en-US" altLang="ja-JP" sz="3200" dirty="0" err="1"/>
              <a:t>na</a:t>
            </a:r>
            <a:r>
              <a:rPr kumimoji="1" lang="en-US" altLang="ja-JP" sz="3200"/>
              <a:t>)</a:t>
            </a:r>
            <a:r>
              <a:rPr kumimoji="1" lang="en-US" altLang="ja-JP" sz="3200" dirty="0"/>
              <a:t>		</a:t>
            </a:r>
            <a:r>
              <a:rPr kumimoji="1" lang="th-TH" altLang="ja-JP" sz="3200" dirty="0"/>
              <a:t>ร่าเริง</a:t>
            </a:r>
            <a:r>
              <a:rPr lang="th-TH" altLang="ja-JP" sz="3200" dirty="0"/>
              <a:t>และ</a:t>
            </a:r>
            <a:r>
              <a:rPr kumimoji="1" lang="th-TH" altLang="ja-JP" sz="3200" dirty="0"/>
              <a:t>เขงแรง</a:t>
            </a:r>
            <a:endParaRPr kumimoji="1"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934291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2">
      <a:dk1>
        <a:srgbClr val="4D4D4D"/>
      </a:dk1>
      <a:lt1>
        <a:sysClr val="window" lastClr="FFFFFF"/>
      </a:lt1>
      <a:dk2>
        <a:srgbClr val="E2F1FA"/>
      </a:dk2>
      <a:lt2>
        <a:srgbClr val="E9E5DC"/>
      </a:lt2>
      <a:accent1>
        <a:srgbClr val="E03253"/>
      </a:accent1>
      <a:accent2>
        <a:srgbClr val="0071BC"/>
      </a:accent2>
      <a:accent3>
        <a:srgbClr val="CED636"/>
      </a:accent3>
      <a:accent4>
        <a:srgbClr val="956251"/>
      </a:accent4>
      <a:accent5>
        <a:srgbClr val="918485"/>
      </a:accent5>
      <a:accent6>
        <a:srgbClr val="855D5D"/>
      </a:accent6>
      <a:hlink>
        <a:srgbClr val="0070C0"/>
      </a:hlink>
      <a:folHlink>
        <a:srgbClr val="F4B29B"/>
      </a:folHlink>
    </a:clrScheme>
    <a:fontScheme name="ユーザー定義 1">
      <a:majorFont>
        <a:latin typeface="Tahoma"/>
        <a:ea typeface="UD Digi Kyokasho N-B"/>
        <a:cs typeface="Tahoma"/>
      </a:majorFont>
      <a:minorFont>
        <a:latin typeface="Tahoma"/>
        <a:ea typeface="UD Digi Kyokasho N-B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93C16017DD1F1439642FE87AF0FF5A8" ma:contentTypeVersion="3" ma:contentTypeDescription="新しいドキュメントを作成します。" ma:contentTypeScope="" ma:versionID="9e2a3b9aed2b4a0f5071cba93e0d0081">
  <xsd:schema xmlns:xsd="http://www.w3.org/2001/XMLSchema" xmlns:xs="http://www.w3.org/2001/XMLSchema" xmlns:p="http://schemas.microsoft.com/office/2006/metadata/properties" xmlns:ns2="b688275c-64d9-42a2-8dd7-0304ba67bd76" targetNamespace="http://schemas.microsoft.com/office/2006/metadata/properties" ma:root="true" ma:fieldsID="9f78886d79d3feeaab3f69713d443423" ns2:_="">
    <xsd:import namespace="b688275c-64d9-42a2-8dd7-0304ba67bd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88275c-64d9-42a2-8dd7-0304ba67bd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1E4F9A-935E-4D42-BA17-6E6E02009D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E3F508-7BA9-4B17-8994-175FC5B53F1E}">
  <ds:schemaRefs>
    <ds:schemaRef ds:uri="http://schemas.microsoft.com/office/2006/metadata/properties"/>
    <ds:schemaRef ds:uri="http://schemas.microsoft.com/office/infopath/2007/PartnerControls"/>
    <ds:schemaRef ds:uri="69a0e75c-dc73-4a62-ad08-54ac0ce864f0"/>
    <ds:schemaRef ds:uri="226d2048-9071-419e-9c7c-1fa729a82025"/>
  </ds:schemaRefs>
</ds:datastoreItem>
</file>

<file path=customXml/itemProps3.xml><?xml version="1.0" encoding="utf-8"?>
<ds:datastoreItem xmlns:ds="http://schemas.openxmlformats.org/officeDocument/2006/customXml" ds:itemID="{4343E1C2-9250-42DC-B477-959CDBA03226}"/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629</Words>
  <Application>Microsoft Office PowerPoint</Application>
  <PresentationFormat>Widescreen</PresentationFormat>
  <Paragraphs>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Tahoma</vt:lpstr>
      <vt:lpstr>Office テーマ</vt:lpstr>
      <vt:lpstr>～てもいいですか？ ～temo iidesuka?</vt:lpstr>
      <vt:lpstr>~ても いいですか？ ~temo iidesuka?</vt:lpstr>
      <vt:lpstr>~ても いいですか？ ~temo iidesuka?</vt:lpstr>
      <vt:lpstr>~ても いいですか？ ~temo iidesuka?</vt:lpstr>
      <vt:lpstr>~ても いいですか？ ~temo iidesuka?</vt:lpstr>
      <vt:lpstr>~ても いいですか？ ~temo iidesuka?</vt:lpstr>
      <vt:lpstr>~ても いいですか？ ~temo iidesuka?</vt:lpstr>
      <vt:lpstr>~ても いいですか？ ~temo iidesuka?</vt:lpstr>
      <vt:lpstr>れんしゅうしましょう！ Renshuu shimasho!!</vt:lpstr>
      <vt:lpstr>~ても いいですか？ ~temo iidesuka?</vt:lpstr>
      <vt:lpstr>~ても いいですか？ ~temo iidesuka?</vt:lpstr>
      <vt:lpstr>~ても いいですか？ ~temo iidesuka?</vt:lpstr>
      <vt:lpstr>~ても いいですか？ ~temo iidesuka?</vt:lpstr>
      <vt:lpstr>~ても いいですか？ ~temo iidesuka?</vt:lpstr>
      <vt:lpstr>~ても いいですか？ ~temo iidesuka?</vt:lpstr>
      <vt:lpstr>~ても いいですか？ ~temo iidesuka?</vt:lpstr>
      <vt:lpstr>宿題　しゅくだい shukudai</vt:lpstr>
      <vt:lpstr>Tomodachi ni tsuite, setsumee shimashoo.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KANETA Yuichiro</dc:creator>
  <cp:lastModifiedBy>Yuichiro Kaneta</cp:lastModifiedBy>
  <cp:revision>5</cp:revision>
  <dcterms:created xsi:type="dcterms:W3CDTF">2021-10-05T11:11:42Z</dcterms:created>
  <dcterms:modified xsi:type="dcterms:W3CDTF">2025-01-22T01:58:01Z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0x010100593C16017DD1F1439642FE87AF0FF5A8</vt:lpwstr>
  </property>
  <property fmtid="{D5CDD505-2E9C-101B-9397-08002B2CF9AE}" pid="3" name="MediaServiceImageTags">
    <vt:lpwstr/>
  </property>
</Properties>
</file>